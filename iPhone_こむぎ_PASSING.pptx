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2"/>
  </p:notesMasterIdLst>
  <p:sldIdLst>
    <p:sldId id="256" r:id="rId2"/>
    <p:sldId id="257" r:id="rId3"/>
    <p:sldId id="258" r:id="rId4"/>
    <p:sldId id="259" r:id="rId5"/>
    <p:sldId id="260" r:id="rId6"/>
    <p:sldId id="263" r:id="rId7"/>
    <p:sldId id="264" r:id="rId8"/>
    <p:sldId id="261" r:id="rId9"/>
    <p:sldId id="262" r:id="rId10"/>
    <p:sldId id="265"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C17"/>
    <a:srgbClr val="929C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49"/>
    <p:restoredTop sz="94675"/>
  </p:normalViewPr>
  <p:slideViewPr>
    <p:cSldViewPr snapToGrid="0">
      <p:cViewPr>
        <p:scale>
          <a:sx n="72" d="100"/>
          <a:sy n="72" d="100"/>
        </p:scale>
        <p:origin x="1048" y="1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目安：約8秒</a:t>
            </a:r>
          </a:p>
          <a:p>
            <a:r>
              <a:t>本日は、私が開発したiPhoneアプリ、PASSINGについて紹介します。知らない誰かの1曲と出会うためのアプリです。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目安：約5秒</a:t>
            </a:r>
          </a:p>
          <a:p>
            <a:r>
              <a:t>開発者の平絵音です。よろしくお願いします。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目安：約22秒</a:t>
            </a:r>
          </a:p>
          <a:p>
            <a:r>
              <a:t>現在、音楽アプリやSNSでは、再生履歴や好みをもとにアルゴリズムがおすすめの曲を表示します。自分に合う曲を見つけやすく、便利で楽しい一方、ジャンルや雰囲気など、曲の系統が似やすいと感じまし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目安：約22秒</a:t>
            </a:r>
          </a:p>
          <a:p>
            <a:r>
              <a:t>そこで、他の人のおすすめを聴くことで、自分の音楽の幅を広げたいと考えました。特に、同じライブやフェスに来ている人なら、音楽の好みが近く、自分がまだ知らない1曲を知っているかもしれません。</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目安：約31秒</a:t>
            </a:r>
          </a:p>
          <a:p>
            <a:r>
              <a:t>その考えを形にしたのがPASSINGです。まず、Apple Musicから今日届けたい1曲を登録します。そしてライブやフェスの会場でPASSINGを開始すると、同じ時間帯に一定距離内にいた人が登録している曲を受け取れます。プロフィールは表示せず、曲との出会いだけを残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EDC9B-0ECC-8EA2-360C-E9204F771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402DD-DAB3-04D7-B564-0332F9B01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A00860-914E-D0B9-2C87-ED6F4DA2BA40}"/>
              </a:ext>
            </a:extLst>
          </p:cNvPr>
          <p:cNvSpPr>
            <a:spLocks noGrp="1"/>
          </p:cNvSpPr>
          <p:nvPr>
            <p:ph type="body" idx="1"/>
          </p:nvPr>
        </p:nvSpPr>
        <p:spPr/>
        <p:txBody>
          <a:bodyPr/>
          <a:lstStyle/>
          <a:p>
            <a:r>
              <a:t>目安：約31秒</a:t>
            </a:r>
          </a:p>
          <a:p>
            <a:r>
              <a:t>その考えを形にしたのがPASSINGです。まず、Apple Musicから今日届けたい1曲を登録します。そしてライブやフェスの会場でPASSINGを開始すると、同じ時間帯に一定距離内にいた人が登録している曲を受け取れます。プロフィールは表示せず、曲との出会いだけを残します。</a:t>
            </a:r>
          </a:p>
        </p:txBody>
      </p:sp>
      <p:sp>
        <p:nvSpPr>
          <p:cNvPr id="4" name="Slide Number Placeholder 3">
            <a:extLst>
              <a:ext uri="{FF2B5EF4-FFF2-40B4-BE49-F238E27FC236}">
                <a16:creationId xmlns:a16="http://schemas.microsoft.com/office/drawing/2014/main" id="{96ABDF45-C5B3-7B13-71D3-0C43A34B568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694444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A72DF-C066-AE65-BC2D-FE00E93AC6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0016CD-FB3C-7574-E248-6DC7B7711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FBCAAD-E32B-CAB2-7DB9-3B77D45667B4}"/>
              </a:ext>
            </a:extLst>
          </p:cNvPr>
          <p:cNvSpPr>
            <a:spLocks noGrp="1"/>
          </p:cNvSpPr>
          <p:nvPr>
            <p:ph type="body" idx="1"/>
          </p:nvPr>
        </p:nvSpPr>
        <p:spPr/>
        <p:txBody>
          <a:bodyPr/>
          <a:lstStyle/>
          <a:p>
            <a:r>
              <a:t>目安：約31秒</a:t>
            </a:r>
          </a:p>
          <a:p>
            <a:r>
              <a:t>その考えを形にしたのがPASSINGです。まず、Apple Musicから今日届けたい1曲を登録します。そしてライブやフェスの会場でPASSINGを開始すると、同じ時間帯に一定距離内にいた人が登録している曲を受け取れます。プロフィールは表示せず、曲との出会いだけを残します。</a:t>
            </a:r>
          </a:p>
        </p:txBody>
      </p:sp>
      <p:sp>
        <p:nvSpPr>
          <p:cNvPr id="4" name="Slide Number Placeholder 3">
            <a:extLst>
              <a:ext uri="{FF2B5EF4-FFF2-40B4-BE49-F238E27FC236}">
                <a16:creationId xmlns:a16="http://schemas.microsoft.com/office/drawing/2014/main" id="{8B46968F-0F8D-3DD7-FC99-D5879674A76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68690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目安：約17秒</a:t>
            </a:r>
          </a:p>
          <a:p>
            <a:r>
              <a:t>出会った曲はイベントごとにメモリーとして保存します。あとからApple Musicで再生でき、その日に出会った曲をまとめたプレイリストも作れます。ライブが終わったあとも、新しい音楽を楽しめます。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目安：約18秒</a:t>
            </a:r>
          </a:p>
          <a:p>
            <a:r>
              <a:t>PASSINGが目指すのは、ライブの思い出に新しい音楽が残る未来です。誰かが届けたいと思った1曲が、次の誰かの好きな曲になる。アルゴリズムだけでは生まれない、人から人へ音楽が届く体験を作りたいと考えてい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dt="0"/>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2.mp4"/><Relationship Id="rId1" Type="http://schemas.openxmlformats.org/officeDocument/2006/relationships/video" Target="NULL" TargetMode="External"/><Relationship Id="rId5"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2.mp4"/><Relationship Id="rId1" Type="http://schemas.openxmlformats.org/officeDocument/2006/relationships/video" Target="NULL" TargetMode="External"/><Relationship Id="rId5"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C18"/>
        </a:solidFill>
        <a:effectLst/>
      </p:bgPr>
    </p:bg>
    <p:spTree>
      <p:nvGrpSpPr>
        <p:cNvPr id="1" name=""/>
        <p:cNvGrpSpPr/>
        <p:nvPr/>
      </p:nvGrpSpPr>
      <p:grpSpPr>
        <a:xfrm>
          <a:off x="0" y="0"/>
          <a:ext cx="0" cy="0"/>
          <a:chOff x="0" y="0"/>
          <a:chExt cx="0" cy="0"/>
        </a:xfrm>
      </p:grpSpPr>
      <p:pic>
        <p:nvPicPr>
          <p:cNvPr id="4" name="図 3"/>
          <p:cNvPicPr>
            <a:picLocks noChangeAspect="1"/>
          </p:cNvPicPr>
          <p:nvPr/>
        </p:nvPicPr>
        <p:blipFill>
          <a:blip r:embed="rId3"/>
          <a:stretch/>
        </p:blipFill>
        <p:spPr>
          <a:xfrm>
            <a:off x="6619875" y="723900"/>
            <a:ext cx="4857750" cy="4857750"/>
          </a:xfrm>
          <a:prstGeom prst="rect">
            <a:avLst/>
          </a:prstGeom>
        </p:spPr>
      </p:pic>
      <p:sp>
        <p:nvSpPr>
          <p:cNvPr id="2" name="正方形/長方形 1">
            <a:extLst>
              <a:ext uri="{FF2B5EF4-FFF2-40B4-BE49-F238E27FC236}">
                <a16:creationId xmlns:a16="http://schemas.microsoft.com/office/drawing/2014/main" id="{6F0AC107-FE02-40BD-847D-3AF4BC89BE74}"/>
              </a:ext>
            </a:extLst>
          </p:cNvPr>
          <p:cNvSpPr>
            <a:spLocks noGrp="1"/>
          </p:cNvSpPr>
          <p:nvPr/>
        </p:nvSpPr>
        <p:spPr>
          <a:xfrm>
            <a:off x="2417308" y="2438400"/>
            <a:ext cx="2807835" cy="990600"/>
          </a:xfrm>
          <a:prstGeom prst="rect">
            <a:avLst/>
          </a:prstGeom>
          <a:noFill/>
          <a:ln w="0">
            <a:noFill/>
          </a:ln>
        </p:spPr>
        <p:txBody>
          <a:bodyPr wrap="square" lIns="0" tIns="0" rIns="0" bIns="0" anchor="t">
            <a:noAutofit/>
          </a:bodyPr>
          <a:lstStyle/>
          <a:p>
            <a:pPr>
              <a:lnSpc>
                <a:spcPct val="110000"/>
              </a:lnSpc>
              <a:defRPr sz="5100" b="1">
                <a:solidFill>
                  <a:srgbClr val="F5F7FF"/>
                </a:solidFill>
                <a:latin typeface="Noto Sans CJK JP"/>
                <a:ea typeface="Noto Sans CJK JP"/>
                <a:cs typeface="Noto Sans CJK JP"/>
              </a:defRPr>
            </a:pPr>
            <a:r>
              <a:rPr lang="en-US" altLang="ja-JP" sz="5400" dirty="0" err="1"/>
              <a:t>最終発表</a:t>
            </a:r>
            <a:endParaRPr sz="5400" b="1" dirty="0">
              <a:solidFill>
                <a:srgbClr val="F5F7FF"/>
              </a:solidFill>
              <a:latin typeface="Noto Sans CJK JP"/>
              <a:ea typeface="Noto Sans CJK JP"/>
              <a:cs typeface="Noto Sans CJK JP"/>
            </a:endParaRPr>
          </a:p>
        </p:txBody>
      </p:sp>
      <p:sp>
        <p:nvSpPr>
          <p:cNvPr id="3" name="正方形/長方形 2">
            <a:extLst>
              <a:ext uri="{FF2B5EF4-FFF2-40B4-BE49-F238E27FC236}">
                <a16:creationId xmlns:a16="http://schemas.microsoft.com/office/drawing/2014/main" id="{74EB5D73-881C-49D1-A338-F892A7849A2C}"/>
              </a:ext>
            </a:extLst>
          </p:cNvPr>
          <p:cNvSpPr>
            <a:spLocks noGrp="1"/>
          </p:cNvSpPr>
          <p:nvPr/>
        </p:nvSpPr>
        <p:spPr>
          <a:xfrm>
            <a:off x="3273026" y="3722132"/>
            <a:ext cx="1096397" cy="533400"/>
          </a:xfrm>
          <a:prstGeom prst="rect">
            <a:avLst/>
          </a:prstGeom>
          <a:noFill/>
          <a:ln w="0">
            <a:noFill/>
          </a:ln>
        </p:spPr>
        <p:txBody>
          <a:bodyPr wrap="square" lIns="0" tIns="0" rIns="0" bIns="0" anchor="t">
            <a:noAutofit/>
          </a:bodyPr>
          <a:lstStyle/>
          <a:p>
            <a:pPr algn="l">
              <a:lnSpc>
                <a:spcPct val="110000"/>
              </a:lnSpc>
              <a:buNone/>
              <a:defRPr sz="2325" b="1">
                <a:solidFill>
                  <a:srgbClr val="F5F7FF"/>
                </a:solidFill>
                <a:latin typeface="Noto Sans CJK JP"/>
                <a:ea typeface="Noto Sans CJK JP"/>
                <a:cs typeface="Noto Sans CJK JP"/>
              </a:defRPr>
            </a:pPr>
            <a:r>
              <a:rPr lang="ja-JP" altLang="en-US" sz="2800" b="1">
                <a:solidFill>
                  <a:srgbClr val="F5F7FF"/>
                </a:solidFill>
                <a:latin typeface="Noto Sans CJK JP"/>
                <a:ea typeface="Noto Sans CJK JP"/>
                <a:cs typeface="Noto Sans CJK JP"/>
              </a:rPr>
              <a:t>こむぎ</a:t>
            </a:r>
            <a:endParaRPr sz="2800" b="1" dirty="0">
              <a:solidFill>
                <a:srgbClr val="F5F7FF"/>
              </a:solidFill>
              <a:latin typeface="Noto Sans CJK JP"/>
              <a:ea typeface="Noto Sans CJK JP"/>
              <a:cs typeface="Noto Sans CJK JP"/>
            </a:endParaRPr>
          </a:p>
        </p:txBody>
      </p:sp>
      <p:sp>
        <p:nvSpPr>
          <p:cNvPr id="6" name="テキスト ボックス 5">
            <a:extLst>
              <a:ext uri="{FF2B5EF4-FFF2-40B4-BE49-F238E27FC236}">
                <a16:creationId xmlns:a16="http://schemas.microsoft.com/office/drawing/2014/main" id="{FB5B4E12-C64F-17D3-EFAE-5B1935259904}"/>
              </a:ext>
            </a:extLst>
          </p:cNvPr>
          <p:cNvSpPr txBox="1"/>
          <p:nvPr/>
        </p:nvSpPr>
        <p:spPr>
          <a:xfrm>
            <a:off x="4463143" y="3352800"/>
            <a:ext cx="184731" cy="369332"/>
          </a:xfrm>
          <a:prstGeom prst="rect">
            <a:avLst/>
          </a:prstGeom>
          <a:noFill/>
        </p:spPr>
        <p:txBody>
          <a:bodyPr wrap="none" rtlCol="0">
            <a:spAutoFit/>
          </a:bodyPr>
          <a:lstStyle/>
          <a:p>
            <a:endParaRPr kumimoji="1" lang="ja-JP" altLang="en-US"/>
          </a:p>
        </p:txBody>
      </p:sp>
    </p:spTree>
    <p:extLst>
      <p:ext uri="{BB962C8B-B14F-4D97-AF65-F5344CB8AC3E}">
        <p14:creationId xmlns:p14="http://schemas.microsoft.com/office/powerpoint/2010/main" val="1457538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0C18"/>
        </a:solidFill>
        <a:effectLst/>
      </p:bgPr>
    </p:bg>
    <p:spTree>
      <p:nvGrpSpPr>
        <p:cNvPr id="1" name=""/>
        <p:cNvGrpSpPr/>
        <p:nvPr/>
      </p:nvGrpSpPr>
      <p:grpSpPr>
        <a:xfrm>
          <a:off x="0" y="0"/>
          <a:ext cx="0" cy="0"/>
          <a:chOff x="0" y="0"/>
          <a:chExt cx="0" cy="0"/>
        </a:xfrm>
      </p:grpSpPr>
      <p:pic>
        <p:nvPicPr>
          <p:cNvPr id="25" name="図 24">
            <a:extLst>
              <a:ext uri="{FF2B5EF4-FFF2-40B4-BE49-F238E27FC236}">
                <a16:creationId xmlns:a16="http://schemas.microsoft.com/office/drawing/2014/main" id="{79904C4F-18C8-F212-1E88-13A0F13E5E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0175" y="800100"/>
            <a:ext cx="9503229" cy="5341684"/>
          </a:xfrm>
          <a:prstGeom prst="rect">
            <a:avLst/>
          </a:prstGeom>
        </p:spPr>
      </p:pic>
      <p:sp>
        <p:nvSpPr>
          <p:cNvPr id="2" name="正方形/長方形 1">
            <a:extLst>
              <a:ext uri="{FF2B5EF4-FFF2-40B4-BE49-F238E27FC236}">
                <a16:creationId xmlns:a16="http://schemas.microsoft.com/office/drawing/2014/main" id="{C3873BB8-1185-4353-8E2D-EA79A643FD0D}"/>
              </a:ext>
            </a:extLst>
          </p:cNvPr>
          <p:cNvSpPr>
            <a:spLocks noGrp="1"/>
          </p:cNvSpPr>
          <p:nvPr/>
        </p:nvSpPr>
        <p:spPr>
          <a:xfrm>
            <a:off x="685800" y="2381250"/>
            <a:ext cx="10820400" cy="1238250"/>
          </a:xfrm>
          <a:prstGeom prst="rect">
            <a:avLst/>
          </a:prstGeom>
          <a:noFill/>
          <a:ln w="0">
            <a:noFill/>
          </a:ln>
        </p:spPr>
        <p:txBody>
          <a:bodyPr wrap="square" lIns="0" tIns="0" rIns="0" bIns="0" anchor="ctr">
            <a:noAutofit/>
          </a:bodyPr>
          <a:lstStyle/>
          <a:p>
            <a:pPr algn="ctr">
              <a:lnSpc>
                <a:spcPct val="110000"/>
              </a:lnSpc>
              <a:buNone/>
              <a:defRPr sz="6000" b="1">
                <a:solidFill>
                  <a:srgbClr val="F5F7FF"/>
                </a:solidFill>
                <a:latin typeface="Noto Sans CJK JP"/>
                <a:ea typeface="Noto Sans CJK JP"/>
                <a:cs typeface="Noto Sans CJK JP"/>
              </a:defRPr>
            </a:pPr>
            <a:endParaRPr sz="6000" b="1" dirty="0">
              <a:solidFill>
                <a:srgbClr val="F5F7FF"/>
              </a:solidFill>
              <a:latin typeface="Noto Sans CJK JP"/>
              <a:ea typeface="Noto Sans CJK JP"/>
              <a:cs typeface="Noto Sans CJK JP"/>
            </a:endParaRPr>
          </a:p>
        </p:txBody>
      </p:sp>
      <p:sp>
        <p:nvSpPr>
          <p:cNvPr id="5" name="正方形/長方形 4">
            <a:extLst>
              <a:ext uri="{FF2B5EF4-FFF2-40B4-BE49-F238E27FC236}">
                <a16:creationId xmlns:a16="http://schemas.microsoft.com/office/drawing/2014/main" id="{34FD1DEB-A978-4EA7-831A-5820CA3CE9D4}"/>
              </a:ext>
            </a:extLst>
          </p:cNvPr>
          <p:cNvSpPr>
            <a:spLocks noGrp="1"/>
          </p:cNvSpPr>
          <p:nvPr/>
        </p:nvSpPr>
        <p:spPr>
          <a:xfrm>
            <a:off x="685800" y="533400"/>
            <a:ext cx="2667000" cy="266700"/>
          </a:xfrm>
          <a:prstGeom prst="rect">
            <a:avLst/>
          </a:prstGeom>
          <a:noFill/>
          <a:ln w="0">
            <a:noFill/>
          </a:ln>
        </p:spPr>
        <p:txBody>
          <a:bodyPr wrap="square" lIns="0" tIns="0" rIns="0" bIns="0" anchor="t">
            <a:noAutofit/>
          </a:bodyPr>
          <a:lstStyle/>
          <a:p>
            <a:pPr algn="l">
              <a:lnSpc>
                <a:spcPct val="110000"/>
              </a:lnSpc>
              <a:buNone/>
              <a:defRPr sz="1275" b="1">
                <a:solidFill>
                  <a:srgbClr val="5CCBFF"/>
                </a:solidFill>
                <a:latin typeface="Noto Sans CJK JP"/>
                <a:ea typeface="Noto Sans CJK JP"/>
                <a:cs typeface="Noto Sans CJK JP"/>
              </a:defRPr>
            </a:pPr>
            <a:r>
              <a:rPr sz="1275" b="1">
                <a:solidFill>
                  <a:srgbClr val="5CCBFF"/>
                </a:solidFill>
                <a:latin typeface="Noto Sans CJK JP"/>
                <a:ea typeface="Noto Sans CJK JP"/>
                <a:cs typeface="Noto Sans CJK JP"/>
              </a:rPr>
              <a:t>自己紹介</a:t>
            </a:r>
          </a:p>
        </p:txBody>
      </p:sp>
      <p:sp>
        <p:nvSpPr>
          <p:cNvPr id="4" name="正方形/長方形 3">
            <a:extLst>
              <a:ext uri="{FF2B5EF4-FFF2-40B4-BE49-F238E27FC236}">
                <a16:creationId xmlns:a16="http://schemas.microsoft.com/office/drawing/2014/main" id="{1E0619FE-7D08-4DBF-A868-DD7464A3D811}"/>
              </a:ext>
            </a:extLst>
          </p:cNvPr>
          <p:cNvSpPr>
            <a:spLocks noGrp="1"/>
          </p:cNvSpPr>
          <p:nvPr/>
        </p:nvSpPr>
        <p:spPr>
          <a:xfrm>
            <a:off x="10839450" y="6419850"/>
            <a:ext cx="666750" cy="190500"/>
          </a:xfrm>
          <a:prstGeom prst="rect">
            <a:avLst/>
          </a:prstGeom>
          <a:noFill/>
          <a:ln w="0">
            <a:noFill/>
          </a:ln>
        </p:spPr>
        <p:txBody>
          <a:bodyPr wrap="square" lIns="0" tIns="0" rIns="0" bIns="0" anchor="t">
            <a:noAutofit/>
          </a:bodyPr>
          <a:lstStyle/>
          <a:p>
            <a:pPr algn="r">
              <a:lnSpc>
                <a:spcPct val="110000"/>
              </a:lnSpc>
              <a:buNone/>
              <a:defRPr sz="900" b="1">
                <a:solidFill>
                  <a:srgbClr val="929CB5"/>
                </a:solidFill>
                <a:latin typeface="Noto Sans CJK JP"/>
                <a:ea typeface="Noto Sans CJK JP"/>
                <a:cs typeface="Noto Sans CJK JP"/>
              </a:defRPr>
            </a:pPr>
            <a:r>
              <a:rPr sz="900" b="1" dirty="0">
                <a:solidFill>
                  <a:srgbClr val="929CB5"/>
                </a:solidFill>
                <a:latin typeface="Noto Sans CJK JP"/>
                <a:ea typeface="Noto Sans CJK JP"/>
                <a:cs typeface="Noto Sans CJK JP"/>
              </a:rPr>
              <a:t>02</a:t>
            </a:r>
          </a:p>
        </p:txBody>
      </p:sp>
      <p:sp>
        <p:nvSpPr>
          <p:cNvPr id="3" name="正方形/長方形 2">
            <a:extLst>
              <a:ext uri="{FF2B5EF4-FFF2-40B4-BE49-F238E27FC236}">
                <a16:creationId xmlns:a16="http://schemas.microsoft.com/office/drawing/2014/main" id="{43F0B826-B8E3-417B-B43D-8E324B90A77F}"/>
              </a:ext>
            </a:extLst>
          </p:cNvPr>
          <p:cNvSpPr>
            <a:spLocks noGrp="1"/>
          </p:cNvSpPr>
          <p:nvPr/>
        </p:nvSpPr>
        <p:spPr>
          <a:xfrm>
            <a:off x="685800" y="6419850"/>
            <a:ext cx="1428750" cy="190500"/>
          </a:xfrm>
          <a:prstGeom prst="rect">
            <a:avLst/>
          </a:prstGeom>
          <a:noFill/>
          <a:ln w="0">
            <a:noFill/>
          </a:ln>
        </p:spPr>
        <p:txBody>
          <a:bodyPr wrap="square" lIns="0" tIns="0" rIns="0" bIns="0" anchor="t">
            <a:noAutofit/>
          </a:bodyPr>
          <a:lstStyle/>
          <a:p>
            <a:pPr algn="l">
              <a:lnSpc>
                <a:spcPct val="110000"/>
              </a:lnSpc>
              <a:buNone/>
              <a:defRPr sz="900" b="1">
                <a:solidFill>
                  <a:srgbClr val="929CB5"/>
                </a:solidFill>
                <a:latin typeface="Noto Sans CJK JP"/>
                <a:ea typeface="Noto Sans CJK JP"/>
                <a:cs typeface="Noto Sans CJK JP"/>
              </a:defRPr>
            </a:pPr>
            <a:r>
              <a:rPr sz="900" b="1" dirty="0">
                <a:solidFill>
                  <a:srgbClr val="929CB5"/>
                </a:solidFill>
                <a:latin typeface="Noto Sans CJK JP"/>
                <a:ea typeface="Noto Sans CJK JP"/>
                <a:cs typeface="Noto Sans CJK JP"/>
              </a:rPr>
              <a:t>PASSING</a:t>
            </a:r>
          </a:p>
        </p:txBody>
      </p:sp>
    </p:spTree>
    <p:extLst>
      <p:ext uri="{BB962C8B-B14F-4D97-AF65-F5344CB8AC3E}">
        <p14:creationId xmlns:p14="http://schemas.microsoft.com/office/powerpoint/2010/main" val="150382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0C18"/>
        </a:solidFill>
        <a:effectLst/>
      </p:bgPr>
    </p:bg>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912E7DD3-D455-480F-8CE5-DB83537E8D27}"/>
              </a:ext>
            </a:extLst>
          </p:cNvPr>
          <p:cNvSpPr>
            <a:spLocks noGrp="1"/>
          </p:cNvSpPr>
          <p:nvPr/>
        </p:nvSpPr>
        <p:spPr>
          <a:xfrm>
            <a:off x="685800" y="495300"/>
            <a:ext cx="3429000" cy="247650"/>
          </a:xfrm>
          <a:prstGeom prst="rect">
            <a:avLst/>
          </a:prstGeom>
          <a:noFill/>
          <a:ln w="0">
            <a:noFill/>
          </a:ln>
        </p:spPr>
        <p:txBody>
          <a:bodyPr wrap="square" lIns="0" tIns="0" rIns="0" bIns="0" anchor="t">
            <a:noAutofit/>
          </a:bodyPr>
          <a:lstStyle/>
          <a:p>
            <a:pPr algn="l">
              <a:lnSpc>
                <a:spcPct val="110000"/>
              </a:lnSpc>
              <a:buNone/>
              <a:defRPr sz="1200" b="1">
                <a:solidFill>
                  <a:srgbClr val="5CCBFF"/>
                </a:solidFill>
                <a:latin typeface="Noto Sans CJK JP"/>
                <a:ea typeface="Noto Sans CJK JP"/>
                <a:cs typeface="Noto Sans CJK JP"/>
              </a:defRPr>
            </a:pPr>
            <a:r>
              <a:rPr sz="1200" b="1">
                <a:solidFill>
                  <a:srgbClr val="5CCBFF"/>
                </a:solidFill>
                <a:latin typeface="Noto Sans CJK JP"/>
                <a:ea typeface="Noto Sans CJK JP"/>
                <a:cs typeface="Noto Sans CJK JP"/>
              </a:rPr>
              <a:t>01 / 現状</a:t>
            </a:r>
          </a:p>
        </p:txBody>
      </p:sp>
      <p:sp>
        <p:nvSpPr>
          <p:cNvPr id="2" name="正方形/長方形 1">
            <a:extLst>
              <a:ext uri="{FF2B5EF4-FFF2-40B4-BE49-F238E27FC236}">
                <a16:creationId xmlns:a16="http://schemas.microsoft.com/office/drawing/2014/main" id="{1E578A86-31ED-4A86-A128-D4279D2DA0C4}"/>
              </a:ext>
            </a:extLst>
          </p:cNvPr>
          <p:cNvSpPr>
            <a:spLocks noGrp="1"/>
          </p:cNvSpPr>
          <p:nvPr/>
        </p:nvSpPr>
        <p:spPr>
          <a:xfrm>
            <a:off x="685800" y="876300"/>
            <a:ext cx="10820400" cy="781050"/>
          </a:xfrm>
          <a:prstGeom prst="rect">
            <a:avLst/>
          </a:prstGeom>
          <a:noFill/>
          <a:ln w="0">
            <a:noFill/>
          </a:ln>
        </p:spPr>
        <p:txBody>
          <a:bodyPr wrap="square" lIns="0" tIns="0" rIns="0" bIns="0" anchor="t">
            <a:noAutofit/>
          </a:bodyPr>
          <a:lstStyle/>
          <a:p>
            <a:pPr>
              <a:lnSpc>
                <a:spcPct val="102000"/>
              </a:lnSpc>
              <a:defRPr sz="3075" b="1">
                <a:solidFill>
                  <a:srgbClr val="F5F7FF"/>
                </a:solidFill>
                <a:latin typeface="Noto Sans CJK JP"/>
                <a:ea typeface="Noto Sans CJK JP"/>
                <a:cs typeface="Noto Sans CJK JP"/>
              </a:defRPr>
            </a:pPr>
            <a:r>
              <a:rPr lang="ja-JP" altLang="en-US" sz="3600" b="1">
                <a:solidFill>
                  <a:srgbClr val="F5F7FF"/>
                </a:solidFill>
                <a:latin typeface="Noto Sans CJK JP"/>
                <a:ea typeface="Noto Sans CJK JP"/>
                <a:cs typeface="Noto Sans CJK JP"/>
              </a:rPr>
              <a:t>おすすめされる曲は</a:t>
            </a:r>
            <a:r>
              <a:rPr sz="3600" b="1" dirty="0">
                <a:solidFill>
                  <a:srgbClr val="F5F7FF"/>
                </a:solidFill>
                <a:latin typeface="Noto Sans CJK JP"/>
                <a:ea typeface="Noto Sans CJK JP"/>
                <a:cs typeface="Noto Sans CJK JP"/>
              </a:rPr>
              <a:t>、</a:t>
            </a:r>
            <a:r>
              <a:rPr lang="ja-JP" altLang="en-US" sz="3600" b="1">
                <a:solidFill>
                  <a:srgbClr val="F5F7FF"/>
                </a:solidFill>
                <a:latin typeface="Noto Sans CJK JP"/>
                <a:ea typeface="Noto Sans CJK JP"/>
                <a:cs typeface="Noto Sans CJK JP"/>
              </a:rPr>
              <a:t>系統が似やすい</a:t>
            </a:r>
            <a:endParaRPr sz="3600" b="1" dirty="0">
              <a:solidFill>
                <a:srgbClr val="F5F7FF"/>
              </a:solidFill>
              <a:latin typeface="Noto Sans CJK JP"/>
              <a:ea typeface="Noto Sans CJK JP"/>
              <a:cs typeface="Noto Sans CJK JP"/>
            </a:endParaRPr>
          </a:p>
        </p:txBody>
      </p:sp>
      <p:sp>
        <p:nvSpPr>
          <p:cNvPr id="3" name="円/楕円 2">
            <a:extLst>
              <a:ext uri="{FF2B5EF4-FFF2-40B4-BE49-F238E27FC236}">
                <a16:creationId xmlns:a16="http://schemas.microsoft.com/office/drawing/2014/main" id="{7E3CDE2D-A66D-4BFE-9279-6A588A845CA8}"/>
              </a:ext>
            </a:extLst>
          </p:cNvPr>
          <p:cNvSpPr>
            <a:spLocks noGrp="1"/>
          </p:cNvSpPr>
          <p:nvPr/>
        </p:nvSpPr>
        <p:spPr>
          <a:xfrm>
            <a:off x="1657350" y="2724150"/>
            <a:ext cx="1314450" cy="1314450"/>
          </a:xfrm>
          <a:prstGeom prst="ellipse">
            <a:avLst/>
          </a:prstGeom>
          <a:solidFill>
            <a:srgbClr val="12192A"/>
          </a:solidFill>
          <a:ln w="19050">
            <a:solidFill>
              <a:srgbClr val="5CCBFF"/>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C801AACA-99FB-4194-B055-E696048490FC}"/>
              </a:ext>
            </a:extLst>
          </p:cNvPr>
          <p:cNvSpPr>
            <a:spLocks noGrp="1"/>
          </p:cNvSpPr>
          <p:nvPr/>
        </p:nvSpPr>
        <p:spPr>
          <a:xfrm>
            <a:off x="1428750" y="3181350"/>
            <a:ext cx="1771650" cy="400050"/>
          </a:xfrm>
          <a:prstGeom prst="rect">
            <a:avLst/>
          </a:prstGeom>
          <a:noFill/>
          <a:ln w="0">
            <a:noFill/>
          </a:ln>
        </p:spPr>
        <p:txBody>
          <a:bodyPr wrap="square" lIns="0" tIns="0" rIns="0" bIns="0" anchor="ctr">
            <a:noAutofit/>
          </a:bodyPr>
          <a:lstStyle/>
          <a:p>
            <a:pPr algn="ctr">
              <a:lnSpc>
                <a:spcPct val="110000"/>
              </a:lnSpc>
              <a:buNone/>
              <a:defRPr sz="1350" b="1">
                <a:solidFill>
                  <a:srgbClr val="5CCBFF"/>
                </a:solidFill>
                <a:latin typeface="Noto Sans CJK JP"/>
                <a:ea typeface="Noto Sans CJK JP"/>
                <a:cs typeface="Noto Sans CJK JP"/>
              </a:defRPr>
            </a:pPr>
            <a:r>
              <a:rPr sz="1350" b="1">
                <a:solidFill>
                  <a:srgbClr val="5CCBFF"/>
                </a:solidFill>
                <a:latin typeface="Noto Sans CJK JP"/>
                <a:ea typeface="Noto Sans CJK JP"/>
                <a:cs typeface="Noto Sans CJK JP"/>
              </a:rPr>
              <a:t>再生履歴</a:t>
            </a:r>
          </a:p>
        </p:txBody>
      </p:sp>
      <p:sp>
        <p:nvSpPr>
          <p:cNvPr id="5" name="円/楕円 4">
            <a:extLst>
              <a:ext uri="{FF2B5EF4-FFF2-40B4-BE49-F238E27FC236}">
                <a16:creationId xmlns:a16="http://schemas.microsoft.com/office/drawing/2014/main" id="{15A7773B-B207-4C42-B743-F3EC1BB847BC}"/>
              </a:ext>
            </a:extLst>
          </p:cNvPr>
          <p:cNvSpPr>
            <a:spLocks noGrp="1"/>
          </p:cNvSpPr>
          <p:nvPr/>
        </p:nvSpPr>
        <p:spPr>
          <a:xfrm>
            <a:off x="5486400" y="2724150"/>
            <a:ext cx="1314450" cy="1314450"/>
          </a:xfrm>
          <a:prstGeom prst="ellipse">
            <a:avLst/>
          </a:prstGeom>
          <a:solidFill>
            <a:srgbClr val="12192A"/>
          </a:solidFill>
          <a:ln w="19050">
            <a:solidFill>
              <a:srgbClr val="F5F7FF"/>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40248AA5-A44A-41E6-871D-542910CF4580}"/>
              </a:ext>
            </a:extLst>
          </p:cNvPr>
          <p:cNvSpPr>
            <a:spLocks noGrp="1"/>
          </p:cNvSpPr>
          <p:nvPr/>
        </p:nvSpPr>
        <p:spPr>
          <a:xfrm>
            <a:off x="5257800" y="3181350"/>
            <a:ext cx="1771650" cy="400050"/>
          </a:xfrm>
          <a:prstGeom prst="rect">
            <a:avLst/>
          </a:prstGeom>
          <a:noFill/>
          <a:ln w="0">
            <a:noFill/>
          </a:ln>
        </p:spPr>
        <p:txBody>
          <a:bodyPr wrap="square" lIns="0" tIns="0" rIns="0" bIns="0" anchor="ctr">
            <a:noAutofit/>
          </a:bodyPr>
          <a:lstStyle/>
          <a:p>
            <a:pPr algn="ctr">
              <a:lnSpc>
                <a:spcPct val="110000"/>
              </a:lnSpc>
              <a:buNone/>
              <a:defRPr sz="1350" b="1">
                <a:solidFill>
                  <a:srgbClr val="F5F7FF"/>
                </a:solidFill>
                <a:latin typeface="Noto Sans CJK JP"/>
                <a:ea typeface="Noto Sans CJK JP"/>
                <a:cs typeface="Noto Sans CJK JP"/>
              </a:defRPr>
            </a:pPr>
            <a:r>
              <a:rPr sz="1350" b="1">
                <a:solidFill>
                  <a:srgbClr val="F5F7FF"/>
                </a:solidFill>
                <a:latin typeface="Noto Sans CJK JP"/>
                <a:ea typeface="Noto Sans CJK JP"/>
                <a:cs typeface="Noto Sans CJK JP"/>
              </a:rPr>
              <a:t>好みを学習</a:t>
            </a:r>
          </a:p>
        </p:txBody>
      </p:sp>
      <p:sp>
        <p:nvSpPr>
          <p:cNvPr id="7" name="円/楕円 6">
            <a:extLst>
              <a:ext uri="{FF2B5EF4-FFF2-40B4-BE49-F238E27FC236}">
                <a16:creationId xmlns:a16="http://schemas.microsoft.com/office/drawing/2014/main" id="{B9A86AA3-CA02-48AA-A3F5-91BF9044A758}"/>
              </a:ext>
            </a:extLst>
          </p:cNvPr>
          <p:cNvSpPr>
            <a:spLocks noGrp="1"/>
          </p:cNvSpPr>
          <p:nvPr/>
        </p:nvSpPr>
        <p:spPr>
          <a:xfrm>
            <a:off x="9315450" y="2724150"/>
            <a:ext cx="1314450" cy="1314450"/>
          </a:xfrm>
          <a:prstGeom prst="ellipse">
            <a:avLst/>
          </a:prstGeom>
          <a:solidFill>
            <a:srgbClr val="12192A"/>
          </a:solidFill>
          <a:ln w="19050">
            <a:solidFill>
              <a:srgbClr val="8B82FF"/>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367FB9EA-3F72-47E8-BE4F-E119DCA1EB56}"/>
              </a:ext>
            </a:extLst>
          </p:cNvPr>
          <p:cNvSpPr>
            <a:spLocks noGrp="1"/>
          </p:cNvSpPr>
          <p:nvPr/>
        </p:nvSpPr>
        <p:spPr>
          <a:xfrm>
            <a:off x="9086850" y="3181350"/>
            <a:ext cx="1771650" cy="400050"/>
          </a:xfrm>
          <a:prstGeom prst="rect">
            <a:avLst/>
          </a:prstGeom>
          <a:noFill/>
          <a:ln w="0">
            <a:noFill/>
          </a:ln>
        </p:spPr>
        <p:txBody>
          <a:bodyPr wrap="square" lIns="0" tIns="0" rIns="0" bIns="0" anchor="ctr">
            <a:noAutofit/>
          </a:bodyPr>
          <a:lstStyle/>
          <a:p>
            <a:pPr algn="ctr">
              <a:lnSpc>
                <a:spcPct val="110000"/>
              </a:lnSpc>
              <a:buNone/>
              <a:defRPr sz="1200" b="1">
                <a:solidFill>
                  <a:srgbClr val="8B82FF"/>
                </a:solidFill>
                <a:latin typeface="Noto Sans CJK JP"/>
                <a:ea typeface="Noto Sans CJK JP"/>
                <a:cs typeface="Noto Sans CJK JP"/>
              </a:defRPr>
            </a:pPr>
            <a:r>
              <a:rPr sz="1200" b="1">
                <a:solidFill>
                  <a:srgbClr val="8B82FF"/>
                </a:solidFill>
                <a:latin typeface="Noto Sans CJK JP"/>
                <a:ea typeface="Noto Sans CJK JP"/>
                <a:cs typeface="Noto Sans CJK JP"/>
              </a:rPr>
              <a:t>似た曲を</a:t>
            </a:r>
          </a:p>
          <a:p>
            <a:pPr algn="ctr">
              <a:lnSpc>
                <a:spcPct val="110000"/>
              </a:lnSpc>
              <a:buNone/>
              <a:defRPr sz="1200" b="1">
                <a:solidFill>
                  <a:srgbClr val="8B82FF"/>
                </a:solidFill>
                <a:latin typeface="Noto Sans CJK JP"/>
                <a:ea typeface="Noto Sans CJK JP"/>
                <a:cs typeface="Noto Sans CJK JP"/>
              </a:defRPr>
            </a:pPr>
            <a:r>
              <a:rPr sz="1200" b="1">
                <a:solidFill>
                  <a:srgbClr val="8B82FF"/>
                </a:solidFill>
                <a:latin typeface="Noto Sans CJK JP"/>
                <a:ea typeface="Noto Sans CJK JP"/>
                <a:cs typeface="Noto Sans CJK JP"/>
              </a:rPr>
              <a:t>おすすめ</a:t>
            </a:r>
          </a:p>
        </p:txBody>
      </p:sp>
      <p:cxnSp>
        <p:nvCxnSpPr>
          <p:cNvPr id="22" name="直線矢印コネクタ 21"/>
          <p:cNvCxnSpPr>
            <a:stCxn id="3" idx="6"/>
            <a:endCxn id="5" idx="2"/>
          </p:cNvCxnSpPr>
          <p:nvPr/>
        </p:nvCxnSpPr>
        <p:spPr>
          <a:xfrm>
            <a:off x="2971800" y="3381375"/>
            <a:ext cx="2514600" cy="0"/>
          </a:xfrm>
          <a:prstGeom prst="straightConnector1">
            <a:avLst/>
          </a:prstGeom>
          <a:ln w="19050">
            <a:solidFill>
              <a:srgbClr val="26314A"/>
            </a:solidFill>
            <a:prstDash val="solid"/>
            <a:tailEnd type="arrow" w="med" len="med"/>
          </a:ln>
        </p:spPr>
      </p:cxnSp>
      <p:cxnSp>
        <p:nvCxnSpPr>
          <p:cNvPr id="23" name="直線矢印コネクタ 22"/>
          <p:cNvCxnSpPr>
            <a:stCxn id="5" idx="6"/>
            <a:endCxn id="7" idx="2"/>
          </p:cNvCxnSpPr>
          <p:nvPr/>
        </p:nvCxnSpPr>
        <p:spPr>
          <a:xfrm>
            <a:off x="6800850" y="3381375"/>
            <a:ext cx="2514600" cy="0"/>
          </a:xfrm>
          <a:prstGeom prst="straightConnector1">
            <a:avLst/>
          </a:prstGeom>
          <a:ln w="19050">
            <a:solidFill>
              <a:srgbClr val="26314A"/>
            </a:solidFill>
            <a:prstDash val="solid"/>
            <a:tailEnd type="arrow" w="med" len="med"/>
          </a:ln>
        </p:spPr>
      </p:cxnSp>
      <p:sp>
        <p:nvSpPr>
          <p:cNvPr id="11" name="正方形/長方形 10">
            <a:extLst>
              <a:ext uri="{FF2B5EF4-FFF2-40B4-BE49-F238E27FC236}">
                <a16:creationId xmlns:a16="http://schemas.microsoft.com/office/drawing/2014/main" id="{00D3660A-9546-412C-BB19-5894ACAA3BDC}"/>
              </a:ext>
            </a:extLst>
          </p:cNvPr>
          <p:cNvSpPr>
            <a:spLocks noGrp="1"/>
          </p:cNvSpPr>
          <p:nvPr/>
        </p:nvSpPr>
        <p:spPr>
          <a:xfrm>
            <a:off x="1143000" y="4972050"/>
            <a:ext cx="9906000" cy="533400"/>
          </a:xfrm>
          <a:prstGeom prst="rect">
            <a:avLst/>
          </a:prstGeom>
          <a:noFill/>
          <a:ln w="0">
            <a:noFill/>
          </a:ln>
        </p:spPr>
        <p:txBody>
          <a:bodyPr wrap="square" lIns="0" tIns="0" rIns="0" bIns="0" anchor="t">
            <a:noAutofit/>
          </a:bodyPr>
          <a:lstStyle/>
          <a:p>
            <a:pPr algn="ctr">
              <a:lnSpc>
                <a:spcPct val="110000"/>
              </a:lnSpc>
              <a:buNone/>
              <a:defRPr sz="2025" b="1">
                <a:solidFill>
                  <a:srgbClr val="F5F7FF"/>
                </a:solidFill>
                <a:latin typeface="Noto Sans CJK JP"/>
                <a:ea typeface="Noto Sans CJK JP"/>
                <a:cs typeface="Noto Sans CJK JP"/>
              </a:defRPr>
            </a:pPr>
            <a:r>
              <a:rPr lang="ja-JP" altLang="en-US" sz="2800" b="1">
                <a:solidFill>
                  <a:srgbClr val="F5F7FF"/>
                </a:solidFill>
                <a:latin typeface="Noto Sans CJK JP"/>
                <a:ea typeface="Noto Sans CJK JP"/>
                <a:cs typeface="Noto Sans CJK JP"/>
              </a:rPr>
              <a:t>好みに合う一方</a:t>
            </a:r>
            <a:r>
              <a:rPr sz="2800" b="1" dirty="0">
                <a:solidFill>
                  <a:srgbClr val="F5F7FF"/>
                </a:solidFill>
                <a:latin typeface="Noto Sans CJK JP"/>
                <a:ea typeface="Noto Sans CJK JP"/>
                <a:cs typeface="Noto Sans CJK JP"/>
              </a:rPr>
              <a:t>、</a:t>
            </a:r>
            <a:r>
              <a:rPr lang="ja-JP" altLang="en-US" sz="2800" b="1">
                <a:solidFill>
                  <a:srgbClr val="F5F7FF"/>
                </a:solidFill>
                <a:latin typeface="Noto Sans CJK JP"/>
                <a:ea typeface="Noto Sans CJK JP"/>
                <a:cs typeface="Noto Sans CJK JP"/>
              </a:rPr>
              <a:t>ジャンルや雰囲気が近い曲に偏りやすい</a:t>
            </a:r>
            <a:endParaRPr sz="2800" b="1" dirty="0">
              <a:solidFill>
                <a:srgbClr val="F5F7FF"/>
              </a:solidFill>
              <a:latin typeface="Noto Sans CJK JP"/>
              <a:ea typeface="Noto Sans CJK JP"/>
              <a:cs typeface="Noto Sans CJK JP"/>
            </a:endParaRPr>
          </a:p>
        </p:txBody>
      </p:sp>
      <p:sp>
        <p:nvSpPr>
          <p:cNvPr id="12" name="正方形/長方形 11">
            <a:extLst>
              <a:ext uri="{FF2B5EF4-FFF2-40B4-BE49-F238E27FC236}">
                <a16:creationId xmlns:a16="http://schemas.microsoft.com/office/drawing/2014/main" id="{3AC18227-B253-4CDA-81FA-72974435D5D9}"/>
              </a:ext>
            </a:extLst>
          </p:cNvPr>
          <p:cNvSpPr>
            <a:spLocks noGrp="1"/>
          </p:cNvSpPr>
          <p:nvPr/>
        </p:nvSpPr>
        <p:spPr>
          <a:xfrm>
            <a:off x="685800" y="6419850"/>
            <a:ext cx="1428750" cy="190500"/>
          </a:xfrm>
          <a:prstGeom prst="rect">
            <a:avLst/>
          </a:prstGeom>
          <a:noFill/>
          <a:ln w="0">
            <a:noFill/>
          </a:ln>
        </p:spPr>
        <p:txBody>
          <a:bodyPr wrap="square" lIns="0" tIns="0" rIns="0" bIns="0" anchor="t">
            <a:noAutofit/>
          </a:bodyPr>
          <a:lstStyle/>
          <a:p>
            <a:pPr algn="l">
              <a:lnSpc>
                <a:spcPct val="110000"/>
              </a:lnSpc>
              <a:buNone/>
              <a:defRPr sz="900" b="1">
                <a:solidFill>
                  <a:srgbClr val="929CB5"/>
                </a:solidFill>
                <a:latin typeface="Noto Sans CJK JP"/>
                <a:ea typeface="Noto Sans CJK JP"/>
                <a:cs typeface="Noto Sans CJK JP"/>
              </a:defRPr>
            </a:pPr>
            <a:r>
              <a:rPr sz="900" b="1">
                <a:solidFill>
                  <a:srgbClr val="929CB5"/>
                </a:solidFill>
                <a:latin typeface="Noto Sans CJK JP"/>
                <a:ea typeface="Noto Sans CJK JP"/>
                <a:cs typeface="Noto Sans CJK JP"/>
              </a:rPr>
              <a:t>PASSING</a:t>
            </a:r>
          </a:p>
        </p:txBody>
      </p:sp>
      <p:sp>
        <p:nvSpPr>
          <p:cNvPr id="13" name="正方形/長方形 12">
            <a:extLst>
              <a:ext uri="{FF2B5EF4-FFF2-40B4-BE49-F238E27FC236}">
                <a16:creationId xmlns:a16="http://schemas.microsoft.com/office/drawing/2014/main" id="{2AE20F91-CFCA-4923-B0FC-01DF5A718FCC}"/>
              </a:ext>
            </a:extLst>
          </p:cNvPr>
          <p:cNvSpPr>
            <a:spLocks noGrp="1"/>
          </p:cNvSpPr>
          <p:nvPr/>
        </p:nvSpPr>
        <p:spPr>
          <a:xfrm>
            <a:off x="10839450" y="6419850"/>
            <a:ext cx="666750" cy="190500"/>
          </a:xfrm>
          <a:prstGeom prst="rect">
            <a:avLst/>
          </a:prstGeom>
          <a:noFill/>
          <a:ln w="0">
            <a:noFill/>
          </a:ln>
        </p:spPr>
        <p:txBody>
          <a:bodyPr wrap="square" lIns="0" tIns="0" rIns="0" bIns="0" anchor="t">
            <a:noAutofit/>
          </a:bodyPr>
          <a:lstStyle/>
          <a:p>
            <a:pPr algn="r">
              <a:lnSpc>
                <a:spcPct val="110000"/>
              </a:lnSpc>
              <a:buNone/>
              <a:defRPr sz="900" b="1">
                <a:solidFill>
                  <a:srgbClr val="929CB5"/>
                </a:solidFill>
                <a:latin typeface="Noto Sans CJK JP"/>
                <a:ea typeface="Noto Sans CJK JP"/>
                <a:cs typeface="Noto Sans CJK JP"/>
              </a:defRPr>
            </a:pPr>
            <a:r>
              <a:rPr sz="900" b="1">
                <a:solidFill>
                  <a:srgbClr val="929CB5"/>
                </a:solidFill>
                <a:latin typeface="Noto Sans CJK JP"/>
                <a:ea typeface="Noto Sans CJK JP"/>
                <a:cs typeface="Noto Sans CJK JP"/>
              </a:rPr>
              <a:t>03</a:t>
            </a:r>
          </a:p>
        </p:txBody>
      </p:sp>
    </p:spTree>
    <p:extLst>
      <p:ext uri="{BB962C8B-B14F-4D97-AF65-F5344CB8AC3E}">
        <p14:creationId xmlns:p14="http://schemas.microsoft.com/office/powerpoint/2010/main" val="1259268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0C18"/>
        </a:solidFill>
        <a:effectLst/>
      </p:bgPr>
    </p:bg>
    <p:spTree>
      <p:nvGrpSpPr>
        <p:cNvPr id="1" name=""/>
        <p:cNvGrpSpPr/>
        <p:nvPr/>
      </p:nvGrpSpPr>
      <p:grpSpPr>
        <a:xfrm>
          <a:off x="0" y="0"/>
          <a:ext cx="0" cy="0"/>
          <a:chOff x="0" y="0"/>
          <a:chExt cx="0" cy="0"/>
        </a:xfrm>
      </p:grpSpPr>
      <p:pic>
        <p:nvPicPr>
          <p:cNvPr id="7" name="図 6"/>
          <p:cNvPicPr>
            <a:picLocks noChangeAspect="1"/>
          </p:cNvPicPr>
          <p:nvPr/>
        </p:nvPicPr>
        <p:blipFill>
          <a:blip r:embed="rId3"/>
          <a:srcRect t="27" b="27"/>
          <a:stretch>
            <a:fillRect/>
          </a:stretch>
        </p:blipFill>
        <p:spPr>
          <a:xfrm>
            <a:off x="0" y="0"/>
            <a:ext cx="12192000" cy="6858000"/>
          </a:xfrm>
          <a:prstGeom prst="rect">
            <a:avLst/>
          </a:prstGeom>
        </p:spPr>
      </p:pic>
      <p:sp>
        <p:nvSpPr>
          <p:cNvPr id="2" name="正方形/長方形 1">
            <a:extLst>
              <a:ext uri="{FF2B5EF4-FFF2-40B4-BE49-F238E27FC236}">
                <a16:creationId xmlns:a16="http://schemas.microsoft.com/office/drawing/2014/main" id="{8D51AA84-4DC8-45FB-86DE-38D86CC8DB88}"/>
              </a:ext>
            </a:extLst>
          </p:cNvPr>
          <p:cNvSpPr>
            <a:spLocks noGrp="1"/>
          </p:cNvSpPr>
          <p:nvPr/>
        </p:nvSpPr>
        <p:spPr>
          <a:xfrm>
            <a:off x="685800" y="533400"/>
            <a:ext cx="3143250" cy="266700"/>
          </a:xfrm>
          <a:prstGeom prst="rect">
            <a:avLst/>
          </a:prstGeom>
          <a:noFill/>
          <a:ln w="0">
            <a:noFill/>
          </a:ln>
        </p:spPr>
        <p:txBody>
          <a:bodyPr wrap="square" lIns="0" tIns="0" rIns="0" bIns="0" anchor="t">
            <a:noAutofit/>
          </a:bodyPr>
          <a:lstStyle/>
          <a:p>
            <a:pPr algn="l">
              <a:lnSpc>
                <a:spcPct val="110000"/>
              </a:lnSpc>
              <a:buNone/>
              <a:defRPr sz="1200" b="1">
                <a:solidFill>
                  <a:srgbClr val="5CCBFF"/>
                </a:solidFill>
                <a:latin typeface="Noto Sans CJK JP"/>
                <a:ea typeface="Noto Sans CJK JP"/>
                <a:cs typeface="Noto Sans CJK JP"/>
              </a:defRPr>
            </a:pPr>
            <a:r>
              <a:rPr sz="1200" b="1">
                <a:solidFill>
                  <a:srgbClr val="5CCBFF"/>
                </a:solidFill>
                <a:latin typeface="Noto Sans CJK JP"/>
                <a:ea typeface="Noto Sans CJK JP"/>
                <a:cs typeface="Noto Sans CJK JP"/>
              </a:rPr>
              <a:t>02 / 問題発見</a:t>
            </a:r>
          </a:p>
        </p:txBody>
      </p:sp>
      <p:sp>
        <p:nvSpPr>
          <p:cNvPr id="3" name="正方形/長方形 2">
            <a:extLst>
              <a:ext uri="{FF2B5EF4-FFF2-40B4-BE49-F238E27FC236}">
                <a16:creationId xmlns:a16="http://schemas.microsoft.com/office/drawing/2014/main" id="{13DFE38B-F6BC-4BE7-94AA-58DE5F12908E}"/>
              </a:ext>
            </a:extLst>
          </p:cNvPr>
          <p:cNvSpPr>
            <a:spLocks noGrp="1"/>
          </p:cNvSpPr>
          <p:nvPr/>
        </p:nvSpPr>
        <p:spPr>
          <a:xfrm>
            <a:off x="685800" y="1314450"/>
            <a:ext cx="5619750" cy="1143000"/>
          </a:xfrm>
          <a:prstGeom prst="rect">
            <a:avLst/>
          </a:prstGeom>
          <a:noFill/>
          <a:ln w="0">
            <a:noFill/>
          </a:ln>
        </p:spPr>
        <p:txBody>
          <a:bodyPr wrap="square" lIns="0" tIns="0" rIns="0" bIns="0" anchor="t">
            <a:noAutofit/>
          </a:bodyPr>
          <a:lstStyle/>
          <a:p>
            <a:pPr>
              <a:lnSpc>
                <a:spcPct val="108000"/>
              </a:lnSpc>
              <a:defRPr sz="3225" b="1">
                <a:solidFill>
                  <a:srgbClr val="F5F7FF"/>
                </a:solidFill>
                <a:latin typeface="Noto Sans CJK JP"/>
                <a:ea typeface="Noto Sans CJK JP"/>
                <a:cs typeface="Noto Sans CJK JP"/>
              </a:defRPr>
            </a:pPr>
            <a:r>
              <a:rPr lang="ja-JP" altLang="en-US" sz="3600" b="1">
                <a:solidFill>
                  <a:srgbClr val="F5F7FF"/>
                </a:solidFill>
                <a:latin typeface="Noto Sans CJK JP"/>
                <a:ea typeface="Noto Sans CJK JP"/>
                <a:cs typeface="Noto Sans CJK JP"/>
              </a:rPr>
              <a:t>他の人のおすすめで、</a:t>
            </a:r>
            <a:endParaRPr sz="3600" b="1" dirty="0">
              <a:solidFill>
                <a:srgbClr val="F5F7FF"/>
              </a:solidFill>
              <a:latin typeface="Noto Sans CJK JP"/>
              <a:ea typeface="Noto Sans CJK JP"/>
              <a:cs typeface="Noto Sans CJK JP"/>
            </a:endParaRPr>
          </a:p>
          <a:p>
            <a:pPr>
              <a:lnSpc>
                <a:spcPct val="108000"/>
              </a:lnSpc>
              <a:defRPr sz="3225" b="1">
                <a:solidFill>
                  <a:srgbClr val="F5F7FF"/>
                </a:solidFill>
                <a:latin typeface="Noto Sans CJK JP"/>
                <a:ea typeface="Noto Sans CJK JP"/>
                <a:cs typeface="Noto Sans CJK JP"/>
              </a:defRPr>
            </a:pPr>
            <a:r>
              <a:rPr lang="ja-JP" altLang="en-US" sz="3600" b="1">
                <a:solidFill>
                  <a:srgbClr val="F5F7FF"/>
                </a:solidFill>
                <a:latin typeface="Noto Sans CJK JP"/>
                <a:ea typeface="Noto Sans CJK JP"/>
                <a:cs typeface="Noto Sans CJK JP"/>
              </a:rPr>
              <a:t>音楽の幅を広げたい</a:t>
            </a:r>
            <a:endParaRPr sz="3600" b="1" dirty="0">
              <a:solidFill>
                <a:srgbClr val="F5F7FF"/>
              </a:solidFill>
              <a:latin typeface="Noto Sans CJK JP"/>
              <a:ea typeface="Noto Sans CJK JP"/>
              <a:cs typeface="Noto Sans CJK JP"/>
            </a:endParaRPr>
          </a:p>
        </p:txBody>
      </p:sp>
      <p:sp>
        <p:nvSpPr>
          <p:cNvPr id="4" name="正方形/長方形 3">
            <a:extLst>
              <a:ext uri="{FF2B5EF4-FFF2-40B4-BE49-F238E27FC236}">
                <a16:creationId xmlns:a16="http://schemas.microsoft.com/office/drawing/2014/main" id="{808B9CA7-E3C4-4A48-B730-3BF0273C301E}"/>
              </a:ext>
            </a:extLst>
          </p:cNvPr>
          <p:cNvSpPr>
            <a:spLocks noGrp="1"/>
          </p:cNvSpPr>
          <p:nvPr/>
        </p:nvSpPr>
        <p:spPr>
          <a:xfrm>
            <a:off x="685800" y="3771900"/>
            <a:ext cx="7467600" cy="990600"/>
          </a:xfrm>
          <a:prstGeom prst="rect">
            <a:avLst/>
          </a:prstGeom>
          <a:noFill/>
          <a:ln w="0">
            <a:noFill/>
          </a:ln>
        </p:spPr>
        <p:txBody>
          <a:bodyPr wrap="square" lIns="0" tIns="0" rIns="0" bIns="0" anchor="t">
            <a:noAutofit/>
          </a:bodyPr>
          <a:lstStyle/>
          <a:p>
            <a:pPr>
              <a:lnSpc>
                <a:spcPct val="130000"/>
              </a:lnSpc>
              <a:defRPr sz="1800" b="0">
                <a:solidFill>
                  <a:srgbClr val="F5F7FF"/>
                </a:solidFill>
                <a:latin typeface="Noto Sans CJK JP"/>
                <a:ea typeface="Noto Sans CJK JP"/>
                <a:cs typeface="Noto Sans CJK JP"/>
              </a:defRPr>
            </a:pPr>
            <a:r>
              <a:rPr lang="ja-JP" altLang="en-US" sz="2800">
                <a:solidFill>
                  <a:srgbClr val="F5F7FF"/>
                </a:solidFill>
                <a:latin typeface="Noto Sans CJK JP"/>
                <a:ea typeface="Noto Sans CJK JP"/>
                <a:cs typeface="Noto Sans CJK JP"/>
              </a:rPr>
              <a:t>同じライブに来た人なら</a:t>
            </a:r>
            <a:endParaRPr lang="en-US" sz="2800" dirty="0">
              <a:solidFill>
                <a:srgbClr val="F5F7FF"/>
              </a:solidFill>
              <a:latin typeface="Noto Sans CJK JP"/>
              <a:ea typeface="Noto Sans CJK JP"/>
              <a:cs typeface="Noto Sans CJK JP"/>
            </a:endParaRPr>
          </a:p>
          <a:p>
            <a:pPr>
              <a:lnSpc>
                <a:spcPct val="130000"/>
              </a:lnSpc>
              <a:defRPr sz="1800" b="0">
                <a:solidFill>
                  <a:srgbClr val="F5F7FF"/>
                </a:solidFill>
                <a:latin typeface="Noto Sans CJK JP"/>
                <a:ea typeface="Noto Sans CJK JP"/>
                <a:cs typeface="Noto Sans CJK JP"/>
              </a:defRPr>
            </a:pPr>
            <a:r>
              <a:rPr lang="ja-JP" altLang="en-US" sz="2800">
                <a:solidFill>
                  <a:srgbClr val="F5F7FF"/>
                </a:solidFill>
                <a:latin typeface="Noto Sans CJK JP"/>
                <a:ea typeface="Noto Sans CJK JP"/>
                <a:cs typeface="Noto Sans CJK JP"/>
              </a:rPr>
              <a:t>まだ知らない１曲を知っているかもしれない！</a:t>
            </a:r>
            <a:endParaRPr sz="2800" b="0" dirty="0">
              <a:solidFill>
                <a:srgbClr val="F5F7FF"/>
              </a:solidFill>
              <a:latin typeface="Noto Sans CJK JP"/>
              <a:ea typeface="Noto Sans CJK JP"/>
              <a:cs typeface="Noto Sans CJK JP"/>
            </a:endParaRPr>
          </a:p>
        </p:txBody>
      </p:sp>
      <p:sp>
        <p:nvSpPr>
          <p:cNvPr id="5" name="正方形/長方形 4">
            <a:extLst>
              <a:ext uri="{FF2B5EF4-FFF2-40B4-BE49-F238E27FC236}">
                <a16:creationId xmlns:a16="http://schemas.microsoft.com/office/drawing/2014/main" id="{D8EA5223-E69D-45F0-8836-0C5D66BCCF4F}"/>
              </a:ext>
            </a:extLst>
          </p:cNvPr>
          <p:cNvSpPr>
            <a:spLocks noGrp="1"/>
          </p:cNvSpPr>
          <p:nvPr/>
        </p:nvSpPr>
        <p:spPr>
          <a:xfrm>
            <a:off x="685800" y="6419850"/>
            <a:ext cx="1428750" cy="190500"/>
          </a:xfrm>
          <a:prstGeom prst="rect">
            <a:avLst/>
          </a:prstGeom>
          <a:noFill/>
          <a:ln w="0">
            <a:noFill/>
          </a:ln>
        </p:spPr>
        <p:txBody>
          <a:bodyPr wrap="square" lIns="0" tIns="0" rIns="0" bIns="0" anchor="t">
            <a:noAutofit/>
          </a:bodyPr>
          <a:lstStyle/>
          <a:p>
            <a:pPr algn="l">
              <a:lnSpc>
                <a:spcPct val="110000"/>
              </a:lnSpc>
              <a:buNone/>
              <a:defRPr sz="900" b="1">
                <a:solidFill>
                  <a:srgbClr val="929CB5"/>
                </a:solidFill>
                <a:latin typeface="Noto Sans CJK JP"/>
                <a:ea typeface="Noto Sans CJK JP"/>
                <a:cs typeface="Noto Sans CJK JP"/>
              </a:defRPr>
            </a:pPr>
            <a:r>
              <a:rPr sz="900" b="1">
                <a:solidFill>
                  <a:srgbClr val="929CB5"/>
                </a:solidFill>
                <a:latin typeface="Noto Sans CJK JP"/>
                <a:ea typeface="Noto Sans CJK JP"/>
                <a:cs typeface="Noto Sans CJK JP"/>
              </a:rPr>
              <a:t>PASSING</a:t>
            </a:r>
          </a:p>
        </p:txBody>
      </p:sp>
      <p:sp>
        <p:nvSpPr>
          <p:cNvPr id="6" name="正方形/長方形 5">
            <a:extLst>
              <a:ext uri="{FF2B5EF4-FFF2-40B4-BE49-F238E27FC236}">
                <a16:creationId xmlns:a16="http://schemas.microsoft.com/office/drawing/2014/main" id="{550CF0D0-D88A-4D5B-8F76-58CC6462289D}"/>
              </a:ext>
            </a:extLst>
          </p:cNvPr>
          <p:cNvSpPr>
            <a:spLocks noGrp="1"/>
          </p:cNvSpPr>
          <p:nvPr/>
        </p:nvSpPr>
        <p:spPr>
          <a:xfrm>
            <a:off x="10839450" y="6419850"/>
            <a:ext cx="666750" cy="190500"/>
          </a:xfrm>
          <a:prstGeom prst="rect">
            <a:avLst/>
          </a:prstGeom>
          <a:noFill/>
          <a:ln w="0">
            <a:noFill/>
          </a:ln>
        </p:spPr>
        <p:txBody>
          <a:bodyPr wrap="square" lIns="0" tIns="0" rIns="0" bIns="0" anchor="t">
            <a:noAutofit/>
          </a:bodyPr>
          <a:lstStyle/>
          <a:p>
            <a:pPr algn="r">
              <a:lnSpc>
                <a:spcPct val="110000"/>
              </a:lnSpc>
              <a:buNone/>
              <a:defRPr sz="900" b="1">
                <a:solidFill>
                  <a:srgbClr val="929CB5"/>
                </a:solidFill>
                <a:latin typeface="Noto Sans CJK JP"/>
                <a:ea typeface="Noto Sans CJK JP"/>
                <a:cs typeface="Noto Sans CJK JP"/>
              </a:defRPr>
            </a:pPr>
            <a:r>
              <a:rPr sz="900" b="1">
                <a:solidFill>
                  <a:srgbClr val="929CB5"/>
                </a:solidFill>
                <a:latin typeface="Noto Sans CJK JP"/>
                <a:ea typeface="Noto Sans CJK JP"/>
                <a:cs typeface="Noto Sans CJK JP"/>
              </a:rPr>
              <a:t>04</a:t>
            </a:r>
          </a:p>
        </p:txBody>
      </p:sp>
    </p:spTree>
    <p:extLst>
      <p:ext uri="{BB962C8B-B14F-4D97-AF65-F5344CB8AC3E}">
        <p14:creationId xmlns:p14="http://schemas.microsoft.com/office/powerpoint/2010/main" val="858166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0C18"/>
        </a:solidFill>
        <a:effectLst/>
      </p:bgPr>
    </p:bg>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116CF676-796E-4795-861E-3FB24EE268A1}"/>
              </a:ext>
            </a:extLst>
          </p:cNvPr>
          <p:cNvSpPr>
            <a:spLocks noGrp="1"/>
          </p:cNvSpPr>
          <p:nvPr/>
        </p:nvSpPr>
        <p:spPr>
          <a:xfrm>
            <a:off x="685800" y="495300"/>
            <a:ext cx="3429000" cy="247650"/>
          </a:xfrm>
          <a:prstGeom prst="rect">
            <a:avLst/>
          </a:prstGeom>
          <a:noFill/>
          <a:ln w="0">
            <a:noFill/>
          </a:ln>
        </p:spPr>
        <p:txBody>
          <a:bodyPr wrap="square" lIns="0" tIns="0" rIns="0" bIns="0" anchor="t">
            <a:noAutofit/>
          </a:bodyPr>
          <a:lstStyle/>
          <a:p>
            <a:pPr algn="l">
              <a:lnSpc>
                <a:spcPct val="110000"/>
              </a:lnSpc>
              <a:buNone/>
              <a:defRPr sz="1200" b="1">
                <a:solidFill>
                  <a:srgbClr val="5CCBFF"/>
                </a:solidFill>
                <a:latin typeface="Noto Sans CJK JP"/>
                <a:ea typeface="Noto Sans CJK JP"/>
                <a:cs typeface="Noto Sans CJK JP"/>
              </a:defRPr>
            </a:pPr>
            <a:r>
              <a:rPr sz="1200" b="1">
                <a:solidFill>
                  <a:srgbClr val="5CCBFF"/>
                </a:solidFill>
                <a:latin typeface="Noto Sans CJK JP"/>
                <a:ea typeface="Noto Sans CJK JP"/>
                <a:cs typeface="Noto Sans CJK JP"/>
              </a:rPr>
              <a:t>03 / 解決方法</a:t>
            </a:r>
          </a:p>
        </p:txBody>
      </p:sp>
      <p:sp>
        <p:nvSpPr>
          <p:cNvPr id="2" name="正方形/長方形 1">
            <a:extLst>
              <a:ext uri="{FF2B5EF4-FFF2-40B4-BE49-F238E27FC236}">
                <a16:creationId xmlns:a16="http://schemas.microsoft.com/office/drawing/2014/main" id="{47409A48-3CE6-41E0-853A-6BEF47902A13}"/>
              </a:ext>
            </a:extLst>
          </p:cNvPr>
          <p:cNvSpPr>
            <a:spLocks noGrp="1"/>
          </p:cNvSpPr>
          <p:nvPr/>
        </p:nvSpPr>
        <p:spPr>
          <a:xfrm>
            <a:off x="685800" y="876300"/>
            <a:ext cx="7239000" cy="781050"/>
          </a:xfrm>
          <a:prstGeom prst="rect">
            <a:avLst/>
          </a:prstGeom>
          <a:noFill/>
          <a:ln w="0">
            <a:noFill/>
          </a:ln>
        </p:spPr>
        <p:txBody>
          <a:bodyPr wrap="square" lIns="0" tIns="0" rIns="0" bIns="0" anchor="t">
            <a:noAutofit/>
          </a:bodyPr>
          <a:lstStyle/>
          <a:p>
            <a:pPr algn="l">
              <a:lnSpc>
                <a:spcPct val="102000"/>
              </a:lnSpc>
              <a:buNone/>
              <a:defRPr sz="3075" b="1">
                <a:solidFill>
                  <a:srgbClr val="F5F7FF"/>
                </a:solidFill>
                <a:latin typeface="Noto Sans CJK JP"/>
                <a:ea typeface="Noto Sans CJK JP"/>
                <a:cs typeface="Noto Sans CJK JP"/>
              </a:defRPr>
            </a:pPr>
            <a:r>
              <a:rPr sz="5400" b="1" dirty="0">
                <a:solidFill>
                  <a:srgbClr val="F5F7FF"/>
                </a:solidFill>
                <a:latin typeface="Noto Sans CJK JP"/>
                <a:ea typeface="Noto Sans CJK JP"/>
                <a:cs typeface="Noto Sans CJK JP"/>
              </a:rPr>
              <a:t>PASSING</a:t>
            </a:r>
          </a:p>
        </p:txBody>
      </p:sp>
      <p:sp>
        <p:nvSpPr>
          <p:cNvPr id="3" name="正方形/長方形 2">
            <a:extLst>
              <a:ext uri="{FF2B5EF4-FFF2-40B4-BE49-F238E27FC236}">
                <a16:creationId xmlns:a16="http://schemas.microsoft.com/office/drawing/2014/main" id="{1BD39B6D-7030-4146-90B7-72752342F803}"/>
              </a:ext>
            </a:extLst>
          </p:cNvPr>
          <p:cNvSpPr>
            <a:spLocks noGrp="1"/>
          </p:cNvSpPr>
          <p:nvPr/>
        </p:nvSpPr>
        <p:spPr>
          <a:xfrm>
            <a:off x="685800" y="1687286"/>
            <a:ext cx="7239000" cy="495300"/>
          </a:xfrm>
          <a:prstGeom prst="rect">
            <a:avLst/>
          </a:prstGeom>
          <a:noFill/>
          <a:ln w="0">
            <a:noFill/>
          </a:ln>
        </p:spPr>
        <p:txBody>
          <a:bodyPr wrap="square" lIns="0" tIns="0" rIns="0" bIns="0" anchor="t">
            <a:noAutofit/>
          </a:bodyPr>
          <a:lstStyle/>
          <a:p>
            <a:pPr>
              <a:lnSpc>
                <a:spcPct val="110000"/>
              </a:lnSpc>
              <a:defRPr sz="2025" b="1">
                <a:solidFill>
                  <a:srgbClr val="929CB5"/>
                </a:solidFill>
                <a:latin typeface="Noto Sans CJK JP"/>
                <a:ea typeface="Noto Sans CJK JP"/>
                <a:cs typeface="Noto Sans CJK JP"/>
              </a:defRPr>
            </a:pPr>
            <a:r>
              <a:rPr lang="ja-JP" altLang="en-US" sz="2800" b="1">
                <a:solidFill>
                  <a:schemeClr val="bg1"/>
                </a:solidFill>
                <a:latin typeface="Noto Sans CJK JP"/>
                <a:ea typeface="Noto Sans CJK JP"/>
                <a:cs typeface="Noto Sans CJK JP"/>
              </a:rPr>
              <a:t>すれ違いから、音楽と出会う</a:t>
            </a:r>
            <a:endParaRPr lang="en-US" altLang="ja-JP" sz="2800" b="1" dirty="0">
              <a:solidFill>
                <a:schemeClr val="bg1"/>
              </a:solidFill>
              <a:latin typeface="Noto Sans CJK JP"/>
              <a:ea typeface="Noto Sans CJK JP"/>
              <a:cs typeface="Noto Sans CJK JP"/>
            </a:endParaRPr>
          </a:p>
          <a:p>
            <a:pPr algn="l">
              <a:lnSpc>
                <a:spcPct val="110000"/>
              </a:lnSpc>
              <a:buNone/>
              <a:defRPr sz="2025" b="1">
                <a:solidFill>
                  <a:srgbClr val="929CB5"/>
                </a:solidFill>
                <a:latin typeface="Noto Sans CJK JP"/>
                <a:ea typeface="Noto Sans CJK JP"/>
                <a:cs typeface="Noto Sans CJK JP"/>
              </a:defRPr>
            </a:pPr>
            <a:endParaRPr lang="ja-JP" altLang="en-US" sz="2800" b="1" dirty="0">
              <a:solidFill>
                <a:schemeClr val="bg1"/>
              </a:solidFill>
              <a:latin typeface="Noto Sans CJK JP"/>
              <a:ea typeface="Noto Sans CJK JP"/>
              <a:cs typeface="Noto Sans CJK JP"/>
            </a:endParaRPr>
          </a:p>
        </p:txBody>
      </p:sp>
      <p:sp>
        <p:nvSpPr>
          <p:cNvPr id="4" name="正方形/長方形 3">
            <a:extLst>
              <a:ext uri="{FF2B5EF4-FFF2-40B4-BE49-F238E27FC236}">
                <a16:creationId xmlns:a16="http://schemas.microsoft.com/office/drawing/2014/main" id="{EF57C572-D688-4C72-80F3-BE4D9D3CFCE5}"/>
              </a:ext>
            </a:extLst>
          </p:cNvPr>
          <p:cNvSpPr>
            <a:spLocks noGrp="1"/>
          </p:cNvSpPr>
          <p:nvPr/>
        </p:nvSpPr>
        <p:spPr>
          <a:xfrm>
            <a:off x="752475" y="3015343"/>
            <a:ext cx="857250" cy="476250"/>
          </a:xfrm>
          <a:prstGeom prst="rect">
            <a:avLst/>
          </a:prstGeom>
          <a:noFill/>
          <a:ln w="0">
            <a:noFill/>
          </a:ln>
        </p:spPr>
        <p:txBody>
          <a:bodyPr wrap="square" lIns="0" tIns="0" rIns="0" bIns="0" anchor="t">
            <a:noAutofit/>
          </a:bodyPr>
          <a:lstStyle/>
          <a:p>
            <a:pPr algn="l">
              <a:lnSpc>
                <a:spcPct val="110000"/>
              </a:lnSpc>
              <a:buNone/>
              <a:defRPr sz="2325" b="1">
                <a:solidFill>
                  <a:srgbClr val="5CCBFF"/>
                </a:solidFill>
                <a:latin typeface="Noto Sans CJK JP"/>
                <a:ea typeface="Noto Sans CJK JP"/>
                <a:cs typeface="Noto Sans CJK JP"/>
              </a:defRPr>
            </a:pPr>
            <a:r>
              <a:rPr sz="2800" b="1">
                <a:solidFill>
                  <a:srgbClr val="5CCBFF"/>
                </a:solidFill>
                <a:latin typeface="Noto Sans CJK JP"/>
                <a:ea typeface="Noto Sans CJK JP"/>
                <a:cs typeface="Noto Sans CJK JP"/>
              </a:rPr>
              <a:t>01</a:t>
            </a:r>
          </a:p>
        </p:txBody>
      </p:sp>
      <p:sp>
        <p:nvSpPr>
          <p:cNvPr id="5" name="正方形/長方形 4">
            <a:extLst>
              <a:ext uri="{FF2B5EF4-FFF2-40B4-BE49-F238E27FC236}">
                <a16:creationId xmlns:a16="http://schemas.microsoft.com/office/drawing/2014/main" id="{09C92F0D-24CA-40CD-A8C2-343973A197A5}"/>
              </a:ext>
            </a:extLst>
          </p:cNvPr>
          <p:cNvSpPr>
            <a:spLocks noGrp="1"/>
          </p:cNvSpPr>
          <p:nvPr/>
        </p:nvSpPr>
        <p:spPr>
          <a:xfrm>
            <a:off x="1725222" y="3015343"/>
            <a:ext cx="5810250" cy="457200"/>
          </a:xfrm>
          <a:prstGeom prst="rect">
            <a:avLst/>
          </a:prstGeom>
          <a:noFill/>
          <a:ln w="0">
            <a:noFill/>
          </a:ln>
        </p:spPr>
        <p:txBody>
          <a:bodyPr wrap="square" lIns="0" tIns="0" rIns="0" bIns="0" anchor="t">
            <a:noAutofit/>
          </a:bodyPr>
          <a:lstStyle/>
          <a:p>
            <a:pPr algn="l">
              <a:lnSpc>
                <a:spcPct val="110000"/>
              </a:lnSpc>
              <a:buNone/>
              <a:defRPr sz="1875" b="1">
                <a:solidFill>
                  <a:srgbClr val="F5F7FF"/>
                </a:solidFill>
                <a:latin typeface="Noto Sans CJK JP"/>
                <a:ea typeface="Noto Sans CJK JP"/>
                <a:cs typeface="Noto Sans CJK JP"/>
              </a:defRPr>
            </a:pPr>
            <a:r>
              <a:rPr sz="2800" b="1" dirty="0">
                <a:solidFill>
                  <a:srgbClr val="F5F7FF"/>
                </a:solidFill>
                <a:latin typeface="Noto Sans CJK JP"/>
                <a:ea typeface="Noto Sans CJK JP"/>
                <a:cs typeface="Noto Sans CJK JP"/>
              </a:rPr>
              <a:t>今日の</a:t>
            </a:r>
            <a:r>
              <a:rPr lang="en-US" sz="2800" b="1" dirty="0">
                <a:solidFill>
                  <a:srgbClr val="F5F7FF"/>
                </a:solidFill>
                <a:latin typeface="Noto Sans CJK JP"/>
                <a:ea typeface="Noto Sans CJK JP"/>
                <a:cs typeface="Noto Sans CJK JP"/>
              </a:rPr>
              <a:t>1</a:t>
            </a:r>
            <a:r>
              <a:rPr sz="2800" b="1" dirty="0">
                <a:solidFill>
                  <a:srgbClr val="F5F7FF"/>
                </a:solidFill>
                <a:latin typeface="Noto Sans CJK JP"/>
                <a:ea typeface="Noto Sans CJK JP"/>
                <a:cs typeface="Noto Sans CJK JP"/>
              </a:rPr>
              <a:t>曲を登録</a:t>
            </a:r>
          </a:p>
        </p:txBody>
      </p:sp>
      <p:sp>
        <p:nvSpPr>
          <p:cNvPr id="6" name="正方形/長方形 5">
            <a:extLst>
              <a:ext uri="{FF2B5EF4-FFF2-40B4-BE49-F238E27FC236}">
                <a16:creationId xmlns:a16="http://schemas.microsoft.com/office/drawing/2014/main" id="{D804BA33-0AD1-44AE-A427-0817A90BC313}"/>
              </a:ext>
            </a:extLst>
          </p:cNvPr>
          <p:cNvSpPr>
            <a:spLocks noGrp="1"/>
          </p:cNvSpPr>
          <p:nvPr/>
        </p:nvSpPr>
        <p:spPr>
          <a:xfrm>
            <a:off x="752475" y="4063093"/>
            <a:ext cx="857250" cy="476250"/>
          </a:xfrm>
          <a:prstGeom prst="rect">
            <a:avLst/>
          </a:prstGeom>
          <a:noFill/>
          <a:ln w="0">
            <a:noFill/>
          </a:ln>
        </p:spPr>
        <p:txBody>
          <a:bodyPr wrap="square" lIns="0" tIns="0" rIns="0" bIns="0" anchor="t">
            <a:noAutofit/>
          </a:bodyPr>
          <a:lstStyle/>
          <a:p>
            <a:pPr algn="l">
              <a:lnSpc>
                <a:spcPct val="110000"/>
              </a:lnSpc>
              <a:buNone/>
              <a:defRPr sz="2325" b="1">
                <a:solidFill>
                  <a:srgbClr val="F5F7FF"/>
                </a:solidFill>
                <a:latin typeface="Noto Sans CJK JP"/>
                <a:ea typeface="Noto Sans CJK JP"/>
                <a:cs typeface="Noto Sans CJK JP"/>
              </a:defRPr>
            </a:pPr>
            <a:r>
              <a:rPr sz="2800" b="1" dirty="0">
                <a:solidFill>
                  <a:srgbClr val="929CB5"/>
                </a:solidFill>
                <a:latin typeface="Noto Sans CJK JP"/>
                <a:ea typeface="Noto Sans CJK JP"/>
                <a:cs typeface="Noto Sans CJK JP"/>
              </a:rPr>
              <a:t>02</a:t>
            </a:r>
          </a:p>
        </p:txBody>
      </p:sp>
      <p:sp>
        <p:nvSpPr>
          <p:cNvPr id="7" name="正方形/長方形 6">
            <a:extLst>
              <a:ext uri="{FF2B5EF4-FFF2-40B4-BE49-F238E27FC236}">
                <a16:creationId xmlns:a16="http://schemas.microsoft.com/office/drawing/2014/main" id="{B9EE4522-7712-4AAF-961A-E0F06C7BA960}"/>
              </a:ext>
            </a:extLst>
          </p:cNvPr>
          <p:cNvSpPr>
            <a:spLocks noGrp="1"/>
          </p:cNvSpPr>
          <p:nvPr/>
        </p:nvSpPr>
        <p:spPr>
          <a:xfrm>
            <a:off x="1725222" y="4072618"/>
            <a:ext cx="5810250" cy="457200"/>
          </a:xfrm>
          <a:prstGeom prst="rect">
            <a:avLst/>
          </a:prstGeom>
          <a:noFill/>
          <a:ln w="0">
            <a:noFill/>
          </a:ln>
        </p:spPr>
        <p:txBody>
          <a:bodyPr wrap="square" lIns="0" tIns="0" rIns="0" bIns="0" anchor="t">
            <a:noAutofit/>
          </a:bodyPr>
          <a:lstStyle/>
          <a:p>
            <a:pPr>
              <a:lnSpc>
                <a:spcPct val="110000"/>
              </a:lnSpc>
              <a:defRPr sz="1875" b="1">
                <a:solidFill>
                  <a:srgbClr val="F5F7FF"/>
                </a:solidFill>
                <a:latin typeface="Noto Sans CJK JP"/>
                <a:ea typeface="Noto Sans CJK JP"/>
                <a:cs typeface="Noto Sans CJK JP"/>
              </a:defRPr>
            </a:pPr>
            <a:r>
              <a:rPr lang="ja-JP" altLang="en-US" sz="2800" b="1">
                <a:solidFill>
                  <a:srgbClr val="929CB5"/>
                </a:solidFill>
                <a:latin typeface="Noto Sans CJK JP"/>
                <a:ea typeface="Noto Sans CJK JP"/>
                <a:cs typeface="Noto Sans CJK JP"/>
              </a:rPr>
              <a:t>会場で</a:t>
            </a:r>
            <a:r>
              <a:rPr lang="en" altLang="ja-JP" sz="2800" b="1" dirty="0">
                <a:solidFill>
                  <a:srgbClr val="929CB5"/>
                </a:solidFill>
                <a:latin typeface="Noto Sans CJK JP"/>
                <a:ea typeface="Noto Sans CJK JP"/>
                <a:cs typeface="Noto Sans CJK JP"/>
              </a:rPr>
              <a:t>PASSING</a:t>
            </a:r>
            <a:r>
              <a:rPr lang="ja-JP" altLang="en-US" sz="2800" b="1">
                <a:solidFill>
                  <a:srgbClr val="929CB5"/>
                </a:solidFill>
                <a:latin typeface="Noto Sans CJK JP"/>
                <a:ea typeface="Noto Sans CJK JP"/>
                <a:cs typeface="Noto Sans CJK JP"/>
              </a:rPr>
              <a:t>開始</a:t>
            </a:r>
          </a:p>
          <a:p>
            <a:pPr algn="l">
              <a:lnSpc>
                <a:spcPct val="110000"/>
              </a:lnSpc>
              <a:buNone/>
              <a:defRPr sz="1875" b="1">
                <a:solidFill>
                  <a:srgbClr val="F5F7FF"/>
                </a:solidFill>
                <a:latin typeface="Noto Sans CJK JP"/>
                <a:ea typeface="Noto Sans CJK JP"/>
                <a:cs typeface="Noto Sans CJK JP"/>
              </a:defRPr>
            </a:pPr>
            <a:endParaRPr sz="2800" b="1" dirty="0">
              <a:solidFill>
                <a:srgbClr val="F5F7FF"/>
              </a:solidFill>
              <a:latin typeface="Noto Sans CJK JP"/>
              <a:ea typeface="Noto Sans CJK JP"/>
              <a:cs typeface="Noto Sans CJK JP"/>
            </a:endParaRPr>
          </a:p>
        </p:txBody>
      </p:sp>
      <p:sp>
        <p:nvSpPr>
          <p:cNvPr id="8" name="正方形/長方形 7">
            <a:extLst>
              <a:ext uri="{FF2B5EF4-FFF2-40B4-BE49-F238E27FC236}">
                <a16:creationId xmlns:a16="http://schemas.microsoft.com/office/drawing/2014/main" id="{567D944C-AB2F-40E1-8868-B3260D712588}"/>
              </a:ext>
            </a:extLst>
          </p:cNvPr>
          <p:cNvSpPr>
            <a:spLocks noGrp="1"/>
          </p:cNvSpPr>
          <p:nvPr/>
        </p:nvSpPr>
        <p:spPr>
          <a:xfrm>
            <a:off x="752475" y="5110843"/>
            <a:ext cx="857250" cy="476250"/>
          </a:xfrm>
          <a:prstGeom prst="rect">
            <a:avLst/>
          </a:prstGeom>
          <a:noFill/>
          <a:ln w="0">
            <a:noFill/>
          </a:ln>
        </p:spPr>
        <p:txBody>
          <a:bodyPr wrap="square" lIns="0" tIns="0" rIns="0" bIns="0" anchor="t">
            <a:noAutofit/>
          </a:bodyPr>
          <a:lstStyle/>
          <a:p>
            <a:pPr algn="l">
              <a:lnSpc>
                <a:spcPct val="110000"/>
              </a:lnSpc>
              <a:buNone/>
              <a:defRPr sz="2325" b="1">
                <a:solidFill>
                  <a:srgbClr val="8B82FF"/>
                </a:solidFill>
                <a:latin typeface="Noto Sans CJK JP"/>
                <a:ea typeface="Noto Sans CJK JP"/>
                <a:cs typeface="Noto Sans CJK JP"/>
              </a:defRPr>
            </a:pPr>
            <a:r>
              <a:rPr sz="2800" b="1" dirty="0">
                <a:solidFill>
                  <a:srgbClr val="929CB5"/>
                </a:solidFill>
                <a:latin typeface="Noto Sans CJK JP"/>
                <a:ea typeface="Noto Sans CJK JP"/>
                <a:cs typeface="Noto Sans CJK JP"/>
              </a:rPr>
              <a:t>03</a:t>
            </a:r>
          </a:p>
        </p:txBody>
      </p:sp>
      <p:sp>
        <p:nvSpPr>
          <p:cNvPr id="9" name="正方形/長方形 8">
            <a:extLst>
              <a:ext uri="{FF2B5EF4-FFF2-40B4-BE49-F238E27FC236}">
                <a16:creationId xmlns:a16="http://schemas.microsoft.com/office/drawing/2014/main" id="{47F63304-C23A-460A-A8C6-47F3D2C220F3}"/>
              </a:ext>
            </a:extLst>
          </p:cNvPr>
          <p:cNvSpPr>
            <a:spLocks noGrp="1"/>
          </p:cNvSpPr>
          <p:nvPr/>
        </p:nvSpPr>
        <p:spPr>
          <a:xfrm>
            <a:off x="1725222" y="5118225"/>
            <a:ext cx="5810250" cy="457200"/>
          </a:xfrm>
          <a:prstGeom prst="rect">
            <a:avLst/>
          </a:prstGeom>
          <a:noFill/>
          <a:ln w="0">
            <a:noFill/>
          </a:ln>
        </p:spPr>
        <p:txBody>
          <a:bodyPr wrap="square" lIns="0" tIns="0" rIns="0" bIns="0" anchor="t">
            <a:noAutofit/>
          </a:bodyPr>
          <a:lstStyle/>
          <a:p>
            <a:pPr>
              <a:lnSpc>
                <a:spcPct val="110000"/>
              </a:lnSpc>
              <a:defRPr sz="1875" b="1">
                <a:solidFill>
                  <a:srgbClr val="F5F7FF"/>
                </a:solidFill>
                <a:latin typeface="Noto Sans CJK JP"/>
                <a:ea typeface="Noto Sans CJK JP"/>
                <a:cs typeface="Noto Sans CJK JP"/>
              </a:defRPr>
            </a:pPr>
            <a:r>
              <a:rPr lang="ja-JP" altLang="en-US" sz="2800" b="1">
                <a:solidFill>
                  <a:srgbClr val="929CB5"/>
                </a:solidFill>
                <a:latin typeface="Noto Sans CJK JP"/>
                <a:ea typeface="Noto Sans CJK JP"/>
                <a:cs typeface="Noto Sans CJK JP"/>
              </a:rPr>
              <a:t>近くにいた人の曲を受け取る</a:t>
            </a:r>
            <a:endParaRPr sz="2800" b="1" dirty="0">
              <a:solidFill>
                <a:srgbClr val="929CB5"/>
              </a:solidFill>
              <a:latin typeface="Noto Sans CJK JP"/>
              <a:ea typeface="Noto Sans CJK JP"/>
              <a:cs typeface="Noto Sans CJK JP"/>
            </a:endParaRPr>
          </a:p>
        </p:txBody>
      </p:sp>
      <p:sp>
        <p:nvSpPr>
          <p:cNvPr id="12" name="正方形/長方形 11">
            <a:extLst>
              <a:ext uri="{FF2B5EF4-FFF2-40B4-BE49-F238E27FC236}">
                <a16:creationId xmlns:a16="http://schemas.microsoft.com/office/drawing/2014/main" id="{5051084E-EA7A-4F8A-83C4-98A0DD8767CD}"/>
              </a:ext>
            </a:extLst>
          </p:cNvPr>
          <p:cNvSpPr>
            <a:spLocks noGrp="1"/>
          </p:cNvSpPr>
          <p:nvPr/>
        </p:nvSpPr>
        <p:spPr>
          <a:xfrm>
            <a:off x="9067800" y="3238500"/>
            <a:ext cx="2038350" cy="742950"/>
          </a:xfrm>
          <a:prstGeom prst="rect">
            <a:avLst/>
          </a:prstGeom>
          <a:noFill/>
          <a:ln w="0">
            <a:noFill/>
          </a:ln>
        </p:spPr>
        <p:txBody>
          <a:bodyPr wrap="square" lIns="0" tIns="0" rIns="0" bIns="0" anchor="ctr">
            <a:noAutofit/>
          </a:bodyPr>
          <a:lstStyle/>
          <a:p>
            <a:pPr algn="ctr">
              <a:lnSpc>
                <a:spcPct val="130000"/>
              </a:lnSpc>
              <a:buNone/>
              <a:defRPr sz="1350" b="1">
                <a:solidFill>
                  <a:srgbClr val="929CB5"/>
                </a:solidFill>
                <a:latin typeface="Noto Sans CJK JP"/>
                <a:ea typeface="Noto Sans CJK JP"/>
                <a:cs typeface="Noto Sans CJK JP"/>
              </a:defRPr>
            </a:pPr>
            <a:endParaRPr sz="1350" b="1" dirty="0">
              <a:solidFill>
                <a:srgbClr val="929CB5"/>
              </a:solidFill>
              <a:latin typeface="Noto Sans CJK JP"/>
              <a:ea typeface="Noto Sans CJK JP"/>
              <a:cs typeface="Noto Sans CJK JP"/>
            </a:endParaRPr>
          </a:p>
        </p:txBody>
      </p:sp>
      <p:sp>
        <p:nvSpPr>
          <p:cNvPr id="13" name="正方形/長方形 12">
            <a:extLst>
              <a:ext uri="{FF2B5EF4-FFF2-40B4-BE49-F238E27FC236}">
                <a16:creationId xmlns:a16="http://schemas.microsoft.com/office/drawing/2014/main" id="{9DB4C595-415C-40D3-A542-285EEB680AEB}"/>
              </a:ext>
            </a:extLst>
          </p:cNvPr>
          <p:cNvSpPr>
            <a:spLocks noGrp="1"/>
          </p:cNvSpPr>
          <p:nvPr/>
        </p:nvSpPr>
        <p:spPr>
          <a:xfrm>
            <a:off x="685800" y="6419850"/>
            <a:ext cx="1428750" cy="190500"/>
          </a:xfrm>
          <a:prstGeom prst="rect">
            <a:avLst/>
          </a:prstGeom>
          <a:noFill/>
          <a:ln w="0">
            <a:noFill/>
          </a:ln>
        </p:spPr>
        <p:txBody>
          <a:bodyPr wrap="square" lIns="0" tIns="0" rIns="0" bIns="0" anchor="t">
            <a:noAutofit/>
          </a:bodyPr>
          <a:lstStyle/>
          <a:p>
            <a:pPr algn="l">
              <a:lnSpc>
                <a:spcPct val="110000"/>
              </a:lnSpc>
              <a:buNone/>
              <a:defRPr sz="900" b="1">
                <a:solidFill>
                  <a:srgbClr val="929CB5"/>
                </a:solidFill>
                <a:latin typeface="Noto Sans CJK JP"/>
                <a:ea typeface="Noto Sans CJK JP"/>
                <a:cs typeface="Noto Sans CJK JP"/>
              </a:defRPr>
            </a:pPr>
            <a:r>
              <a:rPr sz="900" b="1">
                <a:solidFill>
                  <a:srgbClr val="929CB5"/>
                </a:solidFill>
                <a:latin typeface="Noto Sans CJK JP"/>
                <a:ea typeface="Noto Sans CJK JP"/>
                <a:cs typeface="Noto Sans CJK JP"/>
              </a:rPr>
              <a:t>PASSING</a:t>
            </a:r>
          </a:p>
        </p:txBody>
      </p:sp>
      <p:sp>
        <p:nvSpPr>
          <p:cNvPr id="14" name="正方形/長方形 13">
            <a:extLst>
              <a:ext uri="{FF2B5EF4-FFF2-40B4-BE49-F238E27FC236}">
                <a16:creationId xmlns:a16="http://schemas.microsoft.com/office/drawing/2014/main" id="{CFE1EA37-2968-4370-9C78-B37580E5A4A1}"/>
              </a:ext>
            </a:extLst>
          </p:cNvPr>
          <p:cNvSpPr>
            <a:spLocks noGrp="1"/>
          </p:cNvSpPr>
          <p:nvPr/>
        </p:nvSpPr>
        <p:spPr>
          <a:xfrm>
            <a:off x="10839450" y="6419850"/>
            <a:ext cx="666750" cy="190500"/>
          </a:xfrm>
          <a:prstGeom prst="rect">
            <a:avLst/>
          </a:prstGeom>
          <a:noFill/>
          <a:ln w="0">
            <a:noFill/>
          </a:ln>
        </p:spPr>
        <p:txBody>
          <a:bodyPr wrap="square" lIns="0" tIns="0" rIns="0" bIns="0" anchor="t">
            <a:noAutofit/>
          </a:bodyPr>
          <a:lstStyle/>
          <a:p>
            <a:pPr algn="r">
              <a:lnSpc>
                <a:spcPct val="110000"/>
              </a:lnSpc>
              <a:buNone/>
              <a:defRPr sz="900" b="1">
                <a:solidFill>
                  <a:srgbClr val="929CB5"/>
                </a:solidFill>
                <a:latin typeface="Noto Sans CJK JP"/>
                <a:ea typeface="Noto Sans CJK JP"/>
                <a:cs typeface="Noto Sans CJK JP"/>
              </a:defRPr>
            </a:pPr>
            <a:r>
              <a:rPr sz="900" b="1">
                <a:solidFill>
                  <a:srgbClr val="929CB5"/>
                </a:solidFill>
                <a:latin typeface="Noto Sans CJK JP"/>
                <a:ea typeface="Noto Sans CJK JP"/>
                <a:cs typeface="Noto Sans CJK JP"/>
              </a:rPr>
              <a:t>05</a:t>
            </a:r>
          </a:p>
        </p:txBody>
      </p:sp>
      <p:pic>
        <p:nvPicPr>
          <p:cNvPr id="32" name="copy_1DB94EBD-4F97-4893-A97C-C127F37985DF_083E4BEC-1833-4C79-9E5F-5FE836E191A6.mp4">
            <a:hlinkClick r:id="" action="ppaction://media"/>
            <a:extLst>
              <a:ext uri="{FF2B5EF4-FFF2-40B4-BE49-F238E27FC236}">
                <a16:creationId xmlns:a16="http://schemas.microsoft.com/office/drawing/2014/main" id="{403C23B5-66FA-3629-4F87-75AFBA9E2E6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650969" y="0"/>
            <a:ext cx="3160713" cy="6858000"/>
          </a:xfrm>
          <a:prstGeom prst="round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1360435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571" fill="hold"/>
                                        <p:tgtEl>
                                          <p:spTgt spid="3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20000">
                <p:cTn id="7" repeatCount="indefinite" fill="remove" display="0">
                  <p:stCondLst>
                    <p:cond delay="indefinite"/>
                  </p:stCondLst>
                </p:cTn>
                <p:tgtEl>
                  <p:spTgt spid="32"/>
                </p:tgtEl>
              </p:cMediaNode>
            </p:video>
            <p:seq concurrent="1" nextAc="seek">
              <p:cTn id="8" restart="whenNotActive" fill="hold" evtFilter="cancelBubble" nodeType="interactiveSeq">
                <p:stCondLst>
                  <p:cond evt="onClick" delay="0">
                    <p:tgtEl>
                      <p:spTgt spid="3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2"/>
                                        </p:tgtEl>
                                      </p:cBhvr>
                                    </p:cmd>
                                  </p:childTnLst>
                                </p:cTn>
                              </p:par>
                            </p:childTnLst>
                          </p:cTn>
                        </p:par>
                      </p:childTnLst>
                    </p:cTn>
                  </p:par>
                </p:childTnLst>
              </p:cTn>
              <p:nextCondLst>
                <p:cond evt="onClick" delay="0">
                  <p:tgtEl>
                    <p:spTgt spid="3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0C17"/>
        </a:solidFill>
        <a:effectLst/>
      </p:bgPr>
    </p:bg>
    <p:spTree>
      <p:nvGrpSpPr>
        <p:cNvPr id="1" name="">
          <a:extLst>
            <a:ext uri="{FF2B5EF4-FFF2-40B4-BE49-F238E27FC236}">
              <a16:creationId xmlns:a16="http://schemas.microsoft.com/office/drawing/2014/main" id="{92046004-5F62-48F0-27A5-28BDFCC9B0A7}"/>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71E0008E-0AAD-16B0-67B3-89EEF70060BA}"/>
              </a:ext>
            </a:extLst>
          </p:cNvPr>
          <p:cNvSpPr>
            <a:spLocks noGrp="1"/>
          </p:cNvSpPr>
          <p:nvPr/>
        </p:nvSpPr>
        <p:spPr>
          <a:xfrm>
            <a:off x="685800" y="495300"/>
            <a:ext cx="3429000" cy="247650"/>
          </a:xfrm>
          <a:prstGeom prst="rect">
            <a:avLst/>
          </a:prstGeom>
          <a:noFill/>
          <a:ln w="0">
            <a:noFill/>
          </a:ln>
        </p:spPr>
        <p:txBody>
          <a:bodyPr wrap="square" lIns="0" tIns="0" rIns="0" bIns="0" anchor="t">
            <a:noAutofit/>
          </a:bodyPr>
          <a:lstStyle/>
          <a:p>
            <a:pPr algn="l">
              <a:lnSpc>
                <a:spcPct val="110000"/>
              </a:lnSpc>
              <a:buNone/>
              <a:defRPr sz="1200" b="1">
                <a:solidFill>
                  <a:srgbClr val="5CCBFF"/>
                </a:solidFill>
                <a:latin typeface="Noto Sans CJK JP"/>
                <a:ea typeface="Noto Sans CJK JP"/>
                <a:cs typeface="Noto Sans CJK JP"/>
              </a:defRPr>
            </a:pPr>
            <a:r>
              <a:rPr sz="1200" b="1">
                <a:solidFill>
                  <a:srgbClr val="5CCBFF"/>
                </a:solidFill>
                <a:latin typeface="Noto Sans CJK JP"/>
                <a:ea typeface="Noto Sans CJK JP"/>
                <a:cs typeface="Noto Sans CJK JP"/>
              </a:rPr>
              <a:t>03 / 解決方法</a:t>
            </a:r>
          </a:p>
        </p:txBody>
      </p:sp>
      <p:sp>
        <p:nvSpPr>
          <p:cNvPr id="2" name="正方形/長方形 1">
            <a:extLst>
              <a:ext uri="{FF2B5EF4-FFF2-40B4-BE49-F238E27FC236}">
                <a16:creationId xmlns:a16="http://schemas.microsoft.com/office/drawing/2014/main" id="{27C18D99-B8D4-C86D-C255-F678A810CB53}"/>
              </a:ext>
            </a:extLst>
          </p:cNvPr>
          <p:cNvSpPr>
            <a:spLocks noGrp="1"/>
          </p:cNvSpPr>
          <p:nvPr/>
        </p:nvSpPr>
        <p:spPr>
          <a:xfrm>
            <a:off x="685800" y="876300"/>
            <a:ext cx="7239000" cy="781050"/>
          </a:xfrm>
          <a:prstGeom prst="rect">
            <a:avLst/>
          </a:prstGeom>
          <a:noFill/>
          <a:ln w="0">
            <a:noFill/>
          </a:ln>
        </p:spPr>
        <p:txBody>
          <a:bodyPr wrap="square" lIns="0" tIns="0" rIns="0" bIns="0" anchor="t">
            <a:noAutofit/>
          </a:bodyPr>
          <a:lstStyle/>
          <a:p>
            <a:pPr algn="l">
              <a:lnSpc>
                <a:spcPct val="102000"/>
              </a:lnSpc>
              <a:buNone/>
              <a:defRPr sz="3075" b="1">
                <a:solidFill>
                  <a:srgbClr val="F5F7FF"/>
                </a:solidFill>
                <a:latin typeface="Noto Sans CJK JP"/>
                <a:ea typeface="Noto Sans CJK JP"/>
                <a:cs typeface="Noto Sans CJK JP"/>
              </a:defRPr>
            </a:pPr>
            <a:r>
              <a:rPr sz="5400" b="1" dirty="0">
                <a:solidFill>
                  <a:srgbClr val="F5F7FF"/>
                </a:solidFill>
                <a:latin typeface="Noto Sans CJK JP"/>
                <a:ea typeface="Noto Sans CJK JP"/>
                <a:cs typeface="Noto Sans CJK JP"/>
              </a:rPr>
              <a:t>PASSING</a:t>
            </a:r>
          </a:p>
        </p:txBody>
      </p:sp>
      <p:sp>
        <p:nvSpPr>
          <p:cNvPr id="3" name="正方形/長方形 2">
            <a:extLst>
              <a:ext uri="{FF2B5EF4-FFF2-40B4-BE49-F238E27FC236}">
                <a16:creationId xmlns:a16="http://schemas.microsoft.com/office/drawing/2014/main" id="{A68E488B-9088-4982-30DF-6D26621AAC21}"/>
              </a:ext>
            </a:extLst>
          </p:cNvPr>
          <p:cNvSpPr>
            <a:spLocks noGrp="1"/>
          </p:cNvSpPr>
          <p:nvPr/>
        </p:nvSpPr>
        <p:spPr>
          <a:xfrm>
            <a:off x="685800" y="1687286"/>
            <a:ext cx="7239000" cy="495300"/>
          </a:xfrm>
          <a:prstGeom prst="rect">
            <a:avLst/>
          </a:prstGeom>
          <a:noFill/>
          <a:ln w="0">
            <a:noFill/>
          </a:ln>
        </p:spPr>
        <p:txBody>
          <a:bodyPr wrap="square" lIns="0" tIns="0" rIns="0" bIns="0" anchor="t">
            <a:noAutofit/>
          </a:bodyPr>
          <a:lstStyle/>
          <a:p>
            <a:pPr>
              <a:lnSpc>
                <a:spcPct val="110000"/>
              </a:lnSpc>
              <a:defRPr sz="2025" b="1">
                <a:solidFill>
                  <a:srgbClr val="929CB5"/>
                </a:solidFill>
                <a:latin typeface="Noto Sans CJK JP"/>
                <a:ea typeface="Noto Sans CJK JP"/>
                <a:cs typeface="Noto Sans CJK JP"/>
              </a:defRPr>
            </a:pPr>
            <a:r>
              <a:rPr lang="ja-JP" altLang="en-US" sz="2800" b="1">
                <a:solidFill>
                  <a:schemeClr val="bg1"/>
                </a:solidFill>
                <a:latin typeface="Noto Sans CJK JP"/>
                <a:ea typeface="Noto Sans CJK JP"/>
                <a:cs typeface="Noto Sans CJK JP"/>
              </a:rPr>
              <a:t>すれ違いから、音楽と出会う</a:t>
            </a:r>
          </a:p>
          <a:p>
            <a:pPr algn="l">
              <a:lnSpc>
                <a:spcPct val="110000"/>
              </a:lnSpc>
              <a:buNone/>
              <a:defRPr sz="2025" b="1">
                <a:solidFill>
                  <a:srgbClr val="929CB5"/>
                </a:solidFill>
                <a:latin typeface="Noto Sans CJK JP"/>
                <a:ea typeface="Noto Sans CJK JP"/>
                <a:cs typeface="Noto Sans CJK JP"/>
              </a:defRPr>
            </a:pPr>
            <a:endParaRPr sz="2800" b="1" dirty="0">
              <a:solidFill>
                <a:srgbClr val="929CB5"/>
              </a:solidFill>
              <a:latin typeface="Noto Sans CJK JP"/>
              <a:ea typeface="Noto Sans CJK JP"/>
              <a:cs typeface="Noto Sans CJK JP"/>
            </a:endParaRPr>
          </a:p>
        </p:txBody>
      </p:sp>
      <p:sp>
        <p:nvSpPr>
          <p:cNvPr id="4" name="正方形/長方形 3">
            <a:extLst>
              <a:ext uri="{FF2B5EF4-FFF2-40B4-BE49-F238E27FC236}">
                <a16:creationId xmlns:a16="http://schemas.microsoft.com/office/drawing/2014/main" id="{C4E12634-D82F-860D-6AC8-C5BEF4416073}"/>
              </a:ext>
            </a:extLst>
          </p:cNvPr>
          <p:cNvSpPr>
            <a:spLocks noGrp="1"/>
          </p:cNvSpPr>
          <p:nvPr/>
        </p:nvSpPr>
        <p:spPr>
          <a:xfrm>
            <a:off x="752475" y="3015343"/>
            <a:ext cx="857250" cy="476250"/>
          </a:xfrm>
          <a:prstGeom prst="rect">
            <a:avLst/>
          </a:prstGeom>
          <a:noFill/>
          <a:ln w="0">
            <a:noFill/>
          </a:ln>
        </p:spPr>
        <p:txBody>
          <a:bodyPr wrap="square" lIns="0" tIns="0" rIns="0" bIns="0" anchor="t">
            <a:noAutofit/>
          </a:bodyPr>
          <a:lstStyle/>
          <a:p>
            <a:pPr algn="l">
              <a:lnSpc>
                <a:spcPct val="110000"/>
              </a:lnSpc>
              <a:buNone/>
              <a:defRPr sz="2325" b="1">
                <a:solidFill>
                  <a:srgbClr val="5CCBFF"/>
                </a:solidFill>
                <a:latin typeface="Noto Sans CJK JP"/>
                <a:ea typeface="Noto Sans CJK JP"/>
                <a:cs typeface="Noto Sans CJK JP"/>
              </a:defRPr>
            </a:pPr>
            <a:r>
              <a:rPr sz="2800" b="1" dirty="0">
                <a:solidFill>
                  <a:srgbClr val="929CB5"/>
                </a:solidFill>
                <a:latin typeface="Noto Sans CJK JP"/>
                <a:ea typeface="Noto Sans CJK JP"/>
                <a:cs typeface="Noto Sans CJK JP"/>
              </a:rPr>
              <a:t>01</a:t>
            </a:r>
          </a:p>
        </p:txBody>
      </p:sp>
      <p:sp>
        <p:nvSpPr>
          <p:cNvPr id="5" name="正方形/長方形 4">
            <a:extLst>
              <a:ext uri="{FF2B5EF4-FFF2-40B4-BE49-F238E27FC236}">
                <a16:creationId xmlns:a16="http://schemas.microsoft.com/office/drawing/2014/main" id="{E39499CA-56A5-4715-CC6F-16F69D73C5B2}"/>
              </a:ext>
            </a:extLst>
          </p:cNvPr>
          <p:cNvSpPr>
            <a:spLocks noGrp="1"/>
          </p:cNvSpPr>
          <p:nvPr/>
        </p:nvSpPr>
        <p:spPr>
          <a:xfrm>
            <a:off x="1725222" y="3015343"/>
            <a:ext cx="5810250" cy="457200"/>
          </a:xfrm>
          <a:prstGeom prst="rect">
            <a:avLst/>
          </a:prstGeom>
          <a:noFill/>
          <a:ln w="0">
            <a:noFill/>
          </a:ln>
        </p:spPr>
        <p:txBody>
          <a:bodyPr wrap="square" lIns="0" tIns="0" rIns="0" bIns="0" anchor="t">
            <a:noAutofit/>
          </a:bodyPr>
          <a:lstStyle/>
          <a:p>
            <a:pPr algn="l">
              <a:lnSpc>
                <a:spcPct val="110000"/>
              </a:lnSpc>
              <a:buNone/>
              <a:defRPr sz="1875" b="1">
                <a:solidFill>
                  <a:srgbClr val="F5F7FF"/>
                </a:solidFill>
                <a:latin typeface="Noto Sans CJK JP"/>
                <a:ea typeface="Noto Sans CJK JP"/>
                <a:cs typeface="Noto Sans CJK JP"/>
              </a:defRPr>
            </a:pPr>
            <a:r>
              <a:rPr sz="2800" b="1" dirty="0">
                <a:solidFill>
                  <a:srgbClr val="929CB5"/>
                </a:solidFill>
                <a:latin typeface="Noto Sans CJK JP"/>
                <a:ea typeface="Noto Sans CJK JP"/>
                <a:cs typeface="Noto Sans CJK JP"/>
              </a:rPr>
              <a:t>今日の</a:t>
            </a:r>
            <a:r>
              <a:rPr lang="en-US" sz="2800" b="1" dirty="0">
                <a:solidFill>
                  <a:srgbClr val="929CB5"/>
                </a:solidFill>
                <a:latin typeface="Noto Sans CJK JP"/>
                <a:ea typeface="Noto Sans CJK JP"/>
                <a:cs typeface="Noto Sans CJK JP"/>
              </a:rPr>
              <a:t>1</a:t>
            </a:r>
            <a:r>
              <a:rPr sz="2800" b="1" dirty="0">
                <a:solidFill>
                  <a:srgbClr val="929CB5"/>
                </a:solidFill>
                <a:latin typeface="Noto Sans CJK JP"/>
                <a:ea typeface="Noto Sans CJK JP"/>
                <a:cs typeface="Noto Sans CJK JP"/>
              </a:rPr>
              <a:t>曲を登録</a:t>
            </a:r>
          </a:p>
        </p:txBody>
      </p:sp>
      <p:sp>
        <p:nvSpPr>
          <p:cNvPr id="6" name="正方形/長方形 5">
            <a:extLst>
              <a:ext uri="{FF2B5EF4-FFF2-40B4-BE49-F238E27FC236}">
                <a16:creationId xmlns:a16="http://schemas.microsoft.com/office/drawing/2014/main" id="{F1336643-A436-36AF-BC13-992A9761D4A8}"/>
              </a:ext>
            </a:extLst>
          </p:cNvPr>
          <p:cNvSpPr>
            <a:spLocks noGrp="1"/>
          </p:cNvSpPr>
          <p:nvPr/>
        </p:nvSpPr>
        <p:spPr>
          <a:xfrm>
            <a:off x="752475" y="4063093"/>
            <a:ext cx="857250" cy="476250"/>
          </a:xfrm>
          <a:prstGeom prst="rect">
            <a:avLst/>
          </a:prstGeom>
          <a:noFill/>
          <a:ln w="0">
            <a:noFill/>
          </a:ln>
        </p:spPr>
        <p:txBody>
          <a:bodyPr wrap="square" lIns="0" tIns="0" rIns="0" bIns="0" anchor="t">
            <a:noAutofit/>
          </a:bodyPr>
          <a:lstStyle/>
          <a:p>
            <a:pPr algn="l">
              <a:lnSpc>
                <a:spcPct val="110000"/>
              </a:lnSpc>
              <a:buNone/>
              <a:defRPr sz="2325" b="1">
                <a:solidFill>
                  <a:srgbClr val="F5F7FF"/>
                </a:solidFill>
                <a:latin typeface="Noto Sans CJK JP"/>
                <a:ea typeface="Noto Sans CJK JP"/>
                <a:cs typeface="Noto Sans CJK JP"/>
              </a:defRPr>
            </a:pPr>
            <a:r>
              <a:rPr sz="2800" b="1" dirty="0">
                <a:solidFill>
                  <a:schemeClr val="tx2">
                    <a:lumMod val="50000"/>
                    <a:lumOff val="50000"/>
                  </a:schemeClr>
                </a:solidFill>
                <a:latin typeface="Noto Sans CJK JP"/>
                <a:ea typeface="Noto Sans CJK JP"/>
                <a:cs typeface="Noto Sans CJK JP"/>
              </a:rPr>
              <a:t>02</a:t>
            </a:r>
          </a:p>
        </p:txBody>
      </p:sp>
      <p:sp>
        <p:nvSpPr>
          <p:cNvPr id="7" name="正方形/長方形 6">
            <a:extLst>
              <a:ext uri="{FF2B5EF4-FFF2-40B4-BE49-F238E27FC236}">
                <a16:creationId xmlns:a16="http://schemas.microsoft.com/office/drawing/2014/main" id="{127448BD-17B4-A503-5B97-E4E40CF34114}"/>
              </a:ext>
            </a:extLst>
          </p:cNvPr>
          <p:cNvSpPr>
            <a:spLocks noGrp="1"/>
          </p:cNvSpPr>
          <p:nvPr/>
        </p:nvSpPr>
        <p:spPr>
          <a:xfrm>
            <a:off x="1725222" y="4072618"/>
            <a:ext cx="5810250" cy="457200"/>
          </a:xfrm>
          <a:prstGeom prst="rect">
            <a:avLst/>
          </a:prstGeom>
          <a:noFill/>
          <a:ln w="0">
            <a:noFill/>
          </a:ln>
        </p:spPr>
        <p:txBody>
          <a:bodyPr wrap="square" lIns="0" tIns="0" rIns="0" bIns="0" anchor="t">
            <a:noAutofit/>
          </a:bodyPr>
          <a:lstStyle/>
          <a:p>
            <a:pPr>
              <a:lnSpc>
                <a:spcPct val="110000"/>
              </a:lnSpc>
              <a:defRPr sz="1875" b="1">
                <a:solidFill>
                  <a:srgbClr val="F5F7FF"/>
                </a:solidFill>
                <a:latin typeface="Noto Sans CJK JP"/>
                <a:ea typeface="Noto Sans CJK JP"/>
                <a:cs typeface="Noto Sans CJK JP"/>
              </a:defRPr>
            </a:pPr>
            <a:r>
              <a:rPr lang="ja-JP" altLang="en-US" sz="2800" b="1">
                <a:solidFill>
                  <a:srgbClr val="F5F7FF"/>
                </a:solidFill>
                <a:latin typeface="Noto Sans CJK JP"/>
                <a:ea typeface="Noto Sans CJK JP"/>
                <a:cs typeface="Noto Sans CJK JP"/>
              </a:rPr>
              <a:t>会場で</a:t>
            </a:r>
            <a:r>
              <a:rPr lang="en" altLang="ja-JP" sz="2800" b="1" dirty="0">
                <a:solidFill>
                  <a:srgbClr val="F5F7FF"/>
                </a:solidFill>
                <a:latin typeface="Noto Sans CJK JP"/>
                <a:ea typeface="Noto Sans CJK JP"/>
                <a:cs typeface="Noto Sans CJK JP"/>
              </a:rPr>
              <a:t>PASSING</a:t>
            </a:r>
            <a:r>
              <a:rPr lang="ja-JP" altLang="en-US" sz="2800" b="1">
                <a:solidFill>
                  <a:srgbClr val="F5F7FF"/>
                </a:solidFill>
                <a:latin typeface="Noto Sans CJK JP"/>
                <a:ea typeface="Noto Sans CJK JP"/>
                <a:cs typeface="Noto Sans CJK JP"/>
              </a:rPr>
              <a:t>開始</a:t>
            </a:r>
          </a:p>
          <a:p>
            <a:pPr algn="l">
              <a:lnSpc>
                <a:spcPct val="110000"/>
              </a:lnSpc>
              <a:buNone/>
              <a:defRPr sz="1875" b="1">
                <a:solidFill>
                  <a:srgbClr val="F5F7FF"/>
                </a:solidFill>
                <a:latin typeface="Noto Sans CJK JP"/>
                <a:ea typeface="Noto Sans CJK JP"/>
                <a:cs typeface="Noto Sans CJK JP"/>
              </a:defRPr>
            </a:pPr>
            <a:endParaRPr sz="2800" b="1" dirty="0">
              <a:solidFill>
                <a:srgbClr val="F5F7FF"/>
              </a:solidFill>
              <a:latin typeface="Noto Sans CJK JP"/>
              <a:ea typeface="Noto Sans CJK JP"/>
              <a:cs typeface="Noto Sans CJK JP"/>
            </a:endParaRPr>
          </a:p>
        </p:txBody>
      </p:sp>
      <p:sp>
        <p:nvSpPr>
          <p:cNvPr id="8" name="正方形/長方形 7">
            <a:extLst>
              <a:ext uri="{FF2B5EF4-FFF2-40B4-BE49-F238E27FC236}">
                <a16:creationId xmlns:a16="http://schemas.microsoft.com/office/drawing/2014/main" id="{D2CD7504-AFD0-0C03-C988-F7003C53E255}"/>
              </a:ext>
            </a:extLst>
          </p:cNvPr>
          <p:cNvSpPr>
            <a:spLocks noGrp="1"/>
          </p:cNvSpPr>
          <p:nvPr/>
        </p:nvSpPr>
        <p:spPr>
          <a:xfrm>
            <a:off x="752475" y="5110843"/>
            <a:ext cx="857250" cy="476250"/>
          </a:xfrm>
          <a:prstGeom prst="rect">
            <a:avLst/>
          </a:prstGeom>
          <a:noFill/>
          <a:ln w="0">
            <a:noFill/>
          </a:ln>
        </p:spPr>
        <p:txBody>
          <a:bodyPr wrap="square" lIns="0" tIns="0" rIns="0" bIns="0" anchor="t">
            <a:noAutofit/>
          </a:bodyPr>
          <a:lstStyle/>
          <a:p>
            <a:pPr algn="l">
              <a:lnSpc>
                <a:spcPct val="110000"/>
              </a:lnSpc>
              <a:buNone/>
              <a:defRPr sz="2325" b="1">
                <a:solidFill>
                  <a:srgbClr val="8B82FF"/>
                </a:solidFill>
                <a:latin typeface="Noto Sans CJK JP"/>
                <a:ea typeface="Noto Sans CJK JP"/>
                <a:cs typeface="Noto Sans CJK JP"/>
              </a:defRPr>
            </a:pPr>
            <a:r>
              <a:rPr sz="2800" b="1" dirty="0">
                <a:solidFill>
                  <a:srgbClr val="929CB5"/>
                </a:solidFill>
                <a:latin typeface="Noto Sans CJK JP"/>
                <a:ea typeface="Noto Sans CJK JP"/>
                <a:cs typeface="Noto Sans CJK JP"/>
              </a:rPr>
              <a:t>03</a:t>
            </a:r>
          </a:p>
        </p:txBody>
      </p:sp>
      <p:sp>
        <p:nvSpPr>
          <p:cNvPr id="9" name="正方形/長方形 8">
            <a:extLst>
              <a:ext uri="{FF2B5EF4-FFF2-40B4-BE49-F238E27FC236}">
                <a16:creationId xmlns:a16="http://schemas.microsoft.com/office/drawing/2014/main" id="{9092ADFA-105A-8E87-4E4C-4C3CCEDBF9C4}"/>
              </a:ext>
            </a:extLst>
          </p:cNvPr>
          <p:cNvSpPr>
            <a:spLocks noGrp="1"/>
          </p:cNvSpPr>
          <p:nvPr/>
        </p:nvSpPr>
        <p:spPr>
          <a:xfrm>
            <a:off x="1725222" y="5118225"/>
            <a:ext cx="5810250" cy="457200"/>
          </a:xfrm>
          <a:prstGeom prst="rect">
            <a:avLst/>
          </a:prstGeom>
          <a:noFill/>
          <a:ln w="0">
            <a:noFill/>
          </a:ln>
        </p:spPr>
        <p:txBody>
          <a:bodyPr wrap="square" lIns="0" tIns="0" rIns="0" bIns="0" anchor="t">
            <a:noAutofit/>
          </a:bodyPr>
          <a:lstStyle/>
          <a:p>
            <a:pPr>
              <a:lnSpc>
                <a:spcPct val="110000"/>
              </a:lnSpc>
              <a:defRPr sz="1875" b="1">
                <a:solidFill>
                  <a:srgbClr val="F5F7FF"/>
                </a:solidFill>
                <a:latin typeface="Noto Sans CJK JP"/>
                <a:ea typeface="Noto Sans CJK JP"/>
                <a:cs typeface="Noto Sans CJK JP"/>
              </a:defRPr>
            </a:pPr>
            <a:r>
              <a:rPr lang="ja-JP" altLang="en-US" sz="2800" b="1">
                <a:solidFill>
                  <a:srgbClr val="929CB5"/>
                </a:solidFill>
                <a:latin typeface="Noto Sans CJK JP"/>
                <a:ea typeface="Noto Sans CJK JP"/>
                <a:cs typeface="Noto Sans CJK JP"/>
              </a:rPr>
              <a:t>近くにいた人の曲を受け取る</a:t>
            </a:r>
            <a:endParaRPr sz="2800" b="1" dirty="0">
              <a:solidFill>
                <a:srgbClr val="929CB5"/>
              </a:solidFill>
              <a:latin typeface="Noto Sans CJK JP"/>
              <a:ea typeface="Noto Sans CJK JP"/>
              <a:cs typeface="Noto Sans CJK JP"/>
            </a:endParaRPr>
          </a:p>
        </p:txBody>
      </p:sp>
      <p:sp>
        <p:nvSpPr>
          <p:cNvPr id="12" name="正方形/長方形 11">
            <a:extLst>
              <a:ext uri="{FF2B5EF4-FFF2-40B4-BE49-F238E27FC236}">
                <a16:creationId xmlns:a16="http://schemas.microsoft.com/office/drawing/2014/main" id="{E05BA89C-9C82-D63D-968A-28F4BA1A0CB2}"/>
              </a:ext>
            </a:extLst>
          </p:cNvPr>
          <p:cNvSpPr>
            <a:spLocks noGrp="1"/>
          </p:cNvSpPr>
          <p:nvPr/>
        </p:nvSpPr>
        <p:spPr>
          <a:xfrm>
            <a:off x="9067800" y="3238500"/>
            <a:ext cx="2038350" cy="742950"/>
          </a:xfrm>
          <a:prstGeom prst="rect">
            <a:avLst/>
          </a:prstGeom>
          <a:noFill/>
          <a:ln w="0">
            <a:noFill/>
          </a:ln>
        </p:spPr>
        <p:txBody>
          <a:bodyPr wrap="square" lIns="0" tIns="0" rIns="0" bIns="0" anchor="ctr">
            <a:noAutofit/>
          </a:bodyPr>
          <a:lstStyle/>
          <a:p>
            <a:pPr algn="ctr">
              <a:lnSpc>
                <a:spcPct val="130000"/>
              </a:lnSpc>
              <a:buNone/>
              <a:defRPr sz="1350" b="1">
                <a:solidFill>
                  <a:srgbClr val="929CB5"/>
                </a:solidFill>
                <a:latin typeface="Noto Sans CJK JP"/>
                <a:ea typeface="Noto Sans CJK JP"/>
                <a:cs typeface="Noto Sans CJK JP"/>
              </a:defRPr>
            </a:pPr>
            <a:endParaRPr sz="1350" b="1" dirty="0">
              <a:solidFill>
                <a:srgbClr val="929CB5"/>
              </a:solidFill>
              <a:latin typeface="Noto Sans CJK JP"/>
              <a:ea typeface="Noto Sans CJK JP"/>
              <a:cs typeface="Noto Sans CJK JP"/>
            </a:endParaRPr>
          </a:p>
        </p:txBody>
      </p:sp>
      <p:sp>
        <p:nvSpPr>
          <p:cNvPr id="13" name="正方形/長方形 12">
            <a:extLst>
              <a:ext uri="{FF2B5EF4-FFF2-40B4-BE49-F238E27FC236}">
                <a16:creationId xmlns:a16="http://schemas.microsoft.com/office/drawing/2014/main" id="{3069178C-1FD1-272A-9FD0-01A819C11E16}"/>
              </a:ext>
            </a:extLst>
          </p:cNvPr>
          <p:cNvSpPr>
            <a:spLocks noGrp="1"/>
          </p:cNvSpPr>
          <p:nvPr/>
        </p:nvSpPr>
        <p:spPr>
          <a:xfrm>
            <a:off x="685800" y="6419850"/>
            <a:ext cx="1428750" cy="190500"/>
          </a:xfrm>
          <a:prstGeom prst="rect">
            <a:avLst/>
          </a:prstGeom>
          <a:noFill/>
          <a:ln w="0">
            <a:noFill/>
          </a:ln>
        </p:spPr>
        <p:txBody>
          <a:bodyPr wrap="square" lIns="0" tIns="0" rIns="0" bIns="0" anchor="t">
            <a:noAutofit/>
          </a:bodyPr>
          <a:lstStyle/>
          <a:p>
            <a:pPr algn="l">
              <a:lnSpc>
                <a:spcPct val="110000"/>
              </a:lnSpc>
              <a:buNone/>
              <a:defRPr sz="900" b="1">
                <a:solidFill>
                  <a:srgbClr val="929CB5"/>
                </a:solidFill>
                <a:latin typeface="Noto Sans CJK JP"/>
                <a:ea typeface="Noto Sans CJK JP"/>
                <a:cs typeface="Noto Sans CJK JP"/>
              </a:defRPr>
            </a:pPr>
            <a:r>
              <a:rPr sz="900" b="1">
                <a:solidFill>
                  <a:srgbClr val="929CB5"/>
                </a:solidFill>
                <a:latin typeface="Noto Sans CJK JP"/>
                <a:ea typeface="Noto Sans CJK JP"/>
                <a:cs typeface="Noto Sans CJK JP"/>
              </a:rPr>
              <a:t>PASSING</a:t>
            </a:r>
          </a:p>
        </p:txBody>
      </p:sp>
      <p:sp>
        <p:nvSpPr>
          <p:cNvPr id="14" name="正方形/長方形 13">
            <a:extLst>
              <a:ext uri="{FF2B5EF4-FFF2-40B4-BE49-F238E27FC236}">
                <a16:creationId xmlns:a16="http://schemas.microsoft.com/office/drawing/2014/main" id="{13034BCE-1016-56D2-D932-89C40C1E6BCB}"/>
              </a:ext>
            </a:extLst>
          </p:cNvPr>
          <p:cNvSpPr>
            <a:spLocks noGrp="1"/>
          </p:cNvSpPr>
          <p:nvPr/>
        </p:nvSpPr>
        <p:spPr>
          <a:xfrm>
            <a:off x="10839450" y="6419850"/>
            <a:ext cx="666750" cy="190500"/>
          </a:xfrm>
          <a:prstGeom prst="rect">
            <a:avLst/>
          </a:prstGeom>
          <a:noFill/>
          <a:ln w="0">
            <a:noFill/>
          </a:ln>
        </p:spPr>
        <p:txBody>
          <a:bodyPr wrap="square" lIns="0" tIns="0" rIns="0" bIns="0" anchor="t">
            <a:noAutofit/>
          </a:bodyPr>
          <a:lstStyle/>
          <a:p>
            <a:pPr algn="r">
              <a:lnSpc>
                <a:spcPct val="110000"/>
              </a:lnSpc>
              <a:buNone/>
              <a:defRPr sz="900" b="1">
                <a:solidFill>
                  <a:srgbClr val="929CB5"/>
                </a:solidFill>
                <a:latin typeface="Noto Sans CJK JP"/>
                <a:ea typeface="Noto Sans CJK JP"/>
                <a:cs typeface="Noto Sans CJK JP"/>
              </a:defRPr>
            </a:pPr>
            <a:r>
              <a:rPr lang="en-US" altLang="ja-JP" sz="900" b="1" dirty="0">
                <a:solidFill>
                  <a:srgbClr val="929CB5"/>
                </a:solidFill>
                <a:latin typeface="Noto Sans CJK JP"/>
                <a:ea typeface="Noto Sans CJK JP"/>
                <a:cs typeface="Noto Sans CJK JP"/>
              </a:rPr>
              <a:t>06</a:t>
            </a:r>
            <a:endParaRPr sz="900" b="1" dirty="0">
              <a:solidFill>
                <a:srgbClr val="929CB5"/>
              </a:solidFill>
              <a:latin typeface="Noto Sans CJK JP"/>
              <a:ea typeface="Noto Sans CJK JP"/>
              <a:cs typeface="Noto Sans CJK JP"/>
            </a:endParaRPr>
          </a:p>
        </p:txBody>
      </p:sp>
      <p:pic>
        <p:nvPicPr>
          <p:cNvPr id="10" name="copy_191724C7-2447-408B-B44D-45098CAADC47_93E8B7E1-EED9-4BFB-A20D-E8C98C81878D.mp4">
            <a:hlinkClick r:id="" action="ppaction://media"/>
            <a:extLst>
              <a:ext uri="{FF2B5EF4-FFF2-40B4-BE49-F238E27FC236}">
                <a16:creationId xmlns:a16="http://schemas.microsoft.com/office/drawing/2014/main" id="{6A15C919-01DA-BF40-A799-4F9088333FDF}"/>
              </a:ext>
            </a:extLst>
          </p:cNvPr>
          <p:cNvPicPr>
            <a:picLocks noChangeAspect="1"/>
          </p:cNvPicPr>
          <p:nvPr>
            <a:videoFile r:link="rId1"/>
            <p:extLst>
              <p:ext uri="{DAA4B4D4-6D71-4841-9C94-3DE7FCFB9230}">
                <p14:media xmlns:p14="http://schemas.microsoft.com/office/powerpoint/2010/main" r:embed="rId2">
                  <p14:trim end="5241.5821"/>
                </p14:media>
              </p:ext>
            </p:extLst>
          </p:nvPr>
        </p:nvPicPr>
        <p:blipFill>
          <a:blip r:embed="rId5"/>
          <a:stretch>
            <a:fillRect/>
          </a:stretch>
        </p:blipFill>
        <p:spPr>
          <a:xfrm>
            <a:off x="7650969" y="0"/>
            <a:ext cx="3160713" cy="6858000"/>
          </a:xfrm>
          <a:prstGeom prst="round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187508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58"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606">
                <p:cTn id="7" repeatCount="indefinite" fill="remove"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0C17"/>
        </a:solidFill>
        <a:effectLst/>
      </p:bgPr>
    </p:bg>
    <p:spTree>
      <p:nvGrpSpPr>
        <p:cNvPr id="1" name="">
          <a:extLst>
            <a:ext uri="{FF2B5EF4-FFF2-40B4-BE49-F238E27FC236}">
              <a16:creationId xmlns:a16="http://schemas.microsoft.com/office/drawing/2014/main" id="{CF471D04-D41F-00F5-136F-9EAD64ED8504}"/>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F0FC2F69-6CA8-6865-ECD3-D8DEC80EE5E7}"/>
              </a:ext>
            </a:extLst>
          </p:cNvPr>
          <p:cNvSpPr>
            <a:spLocks noGrp="1"/>
          </p:cNvSpPr>
          <p:nvPr/>
        </p:nvSpPr>
        <p:spPr>
          <a:xfrm>
            <a:off x="685800" y="495300"/>
            <a:ext cx="3429000" cy="247650"/>
          </a:xfrm>
          <a:prstGeom prst="rect">
            <a:avLst/>
          </a:prstGeom>
          <a:noFill/>
          <a:ln w="0">
            <a:noFill/>
          </a:ln>
        </p:spPr>
        <p:txBody>
          <a:bodyPr wrap="square" lIns="0" tIns="0" rIns="0" bIns="0" anchor="t">
            <a:noAutofit/>
          </a:bodyPr>
          <a:lstStyle/>
          <a:p>
            <a:pPr algn="l">
              <a:lnSpc>
                <a:spcPct val="110000"/>
              </a:lnSpc>
              <a:buNone/>
              <a:defRPr sz="1200" b="1">
                <a:solidFill>
                  <a:srgbClr val="5CCBFF"/>
                </a:solidFill>
                <a:latin typeface="Noto Sans CJK JP"/>
                <a:ea typeface="Noto Sans CJK JP"/>
                <a:cs typeface="Noto Sans CJK JP"/>
              </a:defRPr>
            </a:pPr>
            <a:r>
              <a:rPr sz="1200" b="1">
                <a:solidFill>
                  <a:srgbClr val="5CCBFF"/>
                </a:solidFill>
                <a:latin typeface="Noto Sans CJK JP"/>
                <a:ea typeface="Noto Sans CJK JP"/>
                <a:cs typeface="Noto Sans CJK JP"/>
              </a:rPr>
              <a:t>03 / 解決方法</a:t>
            </a:r>
          </a:p>
        </p:txBody>
      </p:sp>
      <p:sp>
        <p:nvSpPr>
          <p:cNvPr id="2" name="正方形/長方形 1">
            <a:extLst>
              <a:ext uri="{FF2B5EF4-FFF2-40B4-BE49-F238E27FC236}">
                <a16:creationId xmlns:a16="http://schemas.microsoft.com/office/drawing/2014/main" id="{4EAF0105-36CF-A425-EE92-03EDB3A9EFA5}"/>
              </a:ext>
            </a:extLst>
          </p:cNvPr>
          <p:cNvSpPr>
            <a:spLocks noGrp="1"/>
          </p:cNvSpPr>
          <p:nvPr/>
        </p:nvSpPr>
        <p:spPr>
          <a:xfrm>
            <a:off x="685800" y="876300"/>
            <a:ext cx="7239000" cy="781050"/>
          </a:xfrm>
          <a:prstGeom prst="rect">
            <a:avLst/>
          </a:prstGeom>
          <a:noFill/>
          <a:ln w="0">
            <a:noFill/>
          </a:ln>
        </p:spPr>
        <p:txBody>
          <a:bodyPr wrap="square" lIns="0" tIns="0" rIns="0" bIns="0" anchor="t">
            <a:noAutofit/>
          </a:bodyPr>
          <a:lstStyle/>
          <a:p>
            <a:pPr algn="l">
              <a:lnSpc>
                <a:spcPct val="102000"/>
              </a:lnSpc>
              <a:buNone/>
              <a:defRPr sz="3075" b="1">
                <a:solidFill>
                  <a:srgbClr val="F5F7FF"/>
                </a:solidFill>
                <a:latin typeface="Noto Sans CJK JP"/>
                <a:ea typeface="Noto Sans CJK JP"/>
                <a:cs typeface="Noto Sans CJK JP"/>
              </a:defRPr>
            </a:pPr>
            <a:r>
              <a:rPr sz="5400" b="1" dirty="0">
                <a:solidFill>
                  <a:srgbClr val="F5F7FF"/>
                </a:solidFill>
                <a:latin typeface="Noto Sans CJK JP"/>
                <a:ea typeface="Noto Sans CJK JP"/>
                <a:cs typeface="Noto Sans CJK JP"/>
              </a:rPr>
              <a:t>PASSING</a:t>
            </a:r>
          </a:p>
        </p:txBody>
      </p:sp>
      <p:sp>
        <p:nvSpPr>
          <p:cNvPr id="3" name="正方形/長方形 2">
            <a:extLst>
              <a:ext uri="{FF2B5EF4-FFF2-40B4-BE49-F238E27FC236}">
                <a16:creationId xmlns:a16="http://schemas.microsoft.com/office/drawing/2014/main" id="{5EEC20FC-EAD1-AC2C-CDD9-690F7EECA64D}"/>
              </a:ext>
            </a:extLst>
          </p:cNvPr>
          <p:cNvSpPr>
            <a:spLocks noGrp="1"/>
          </p:cNvSpPr>
          <p:nvPr/>
        </p:nvSpPr>
        <p:spPr>
          <a:xfrm>
            <a:off x="685800" y="1687286"/>
            <a:ext cx="7239000" cy="495300"/>
          </a:xfrm>
          <a:prstGeom prst="rect">
            <a:avLst/>
          </a:prstGeom>
          <a:noFill/>
          <a:ln w="0">
            <a:noFill/>
          </a:ln>
        </p:spPr>
        <p:txBody>
          <a:bodyPr wrap="square" lIns="0" tIns="0" rIns="0" bIns="0" anchor="t">
            <a:noAutofit/>
          </a:bodyPr>
          <a:lstStyle/>
          <a:p>
            <a:pPr>
              <a:lnSpc>
                <a:spcPct val="110000"/>
              </a:lnSpc>
              <a:defRPr sz="2025" b="1">
                <a:solidFill>
                  <a:srgbClr val="929CB5"/>
                </a:solidFill>
                <a:latin typeface="Noto Sans CJK JP"/>
                <a:ea typeface="Noto Sans CJK JP"/>
                <a:cs typeface="Noto Sans CJK JP"/>
              </a:defRPr>
            </a:pPr>
            <a:r>
              <a:rPr lang="ja-JP" altLang="en-US" sz="2800" b="1">
                <a:solidFill>
                  <a:schemeClr val="bg1"/>
                </a:solidFill>
                <a:latin typeface="Noto Sans CJK JP"/>
                <a:ea typeface="Noto Sans CJK JP"/>
                <a:cs typeface="Noto Sans CJK JP"/>
              </a:rPr>
              <a:t>すれ違いから、音楽と出会う</a:t>
            </a:r>
          </a:p>
        </p:txBody>
      </p:sp>
      <p:sp>
        <p:nvSpPr>
          <p:cNvPr id="4" name="正方形/長方形 3">
            <a:extLst>
              <a:ext uri="{FF2B5EF4-FFF2-40B4-BE49-F238E27FC236}">
                <a16:creationId xmlns:a16="http://schemas.microsoft.com/office/drawing/2014/main" id="{9A1E64D8-95C8-F2BA-8B49-933AAE683098}"/>
              </a:ext>
            </a:extLst>
          </p:cNvPr>
          <p:cNvSpPr>
            <a:spLocks noGrp="1"/>
          </p:cNvSpPr>
          <p:nvPr/>
        </p:nvSpPr>
        <p:spPr>
          <a:xfrm>
            <a:off x="752475" y="3015343"/>
            <a:ext cx="857250" cy="476250"/>
          </a:xfrm>
          <a:prstGeom prst="rect">
            <a:avLst/>
          </a:prstGeom>
          <a:noFill/>
          <a:ln w="0">
            <a:noFill/>
          </a:ln>
        </p:spPr>
        <p:txBody>
          <a:bodyPr wrap="square" lIns="0" tIns="0" rIns="0" bIns="0" anchor="t">
            <a:noAutofit/>
          </a:bodyPr>
          <a:lstStyle/>
          <a:p>
            <a:pPr algn="l">
              <a:lnSpc>
                <a:spcPct val="110000"/>
              </a:lnSpc>
              <a:buNone/>
              <a:defRPr sz="2325" b="1">
                <a:solidFill>
                  <a:srgbClr val="5CCBFF"/>
                </a:solidFill>
                <a:latin typeface="Noto Sans CJK JP"/>
                <a:ea typeface="Noto Sans CJK JP"/>
                <a:cs typeface="Noto Sans CJK JP"/>
              </a:defRPr>
            </a:pPr>
            <a:r>
              <a:rPr sz="2800" b="1">
                <a:solidFill>
                  <a:srgbClr val="929CB5"/>
                </a:solidFill>
                <a:latin typeface="Noto Sans CJK JP"/>
                <a:ea typeface="Noto Sans CJK JP"/>
                <a:cs typeface="Noto Sans CJK JP"/>
              </a:rPr>
              <a:t>01</a:t>
            </a:r>
          </a:p>
        </p:txBody>
      </p:sp>
      <p:sp>
        <p:nvSpPr>
          <p:cNvPr id="5" name="正方形/長方形 4">
            <a:extLst>
              <a:ext uri="{FF2B5EF4-FFF2-40B4-BE49-F238E27FC236}">
                <a16:creationId xmlns:a16="http://schemas.microsoft.com/office/drawing/2014/main" id="{88AAE155-FE53-B766-BE0A-13BBFE64E497}"/>
              </a:ext>
            </a:extLst>
          </p:cNvPr>
          <p:cNvSpPr>
            <a:spLocks noGrp="1"/>
          </p:cNvSpPr>
          <p:nvPr/>
        </p:nvSpPr>
        <p:spPr>
          <a:xfrm>
            <a:off x="1725222" y="3015343"/>
            <a:ext cx="5810250" cy="457200"/>
          </a:xfrm>
          <a:prstGeom prst="rect">
            <a:avLst/>
          </a:prstGeom>
          <a:noFill/>
          <a:ln w="0">
            <a:noFill/>
          </a:ln>
        </p:spPr>
        <p:txBody>
          <a:bodyPr wrap="square" lIns="0" tIns="0" rIns="0" bIns="0" anchor="t">
            <a:noAutofit/>
          </a:bodyPr>
          <a:lstStyle/>
          <a:p>
            <a:pPr algn="l">
              <a:lnSpc>
                <a:spcPct val="110000"/>
              </a:lnSpc>
              <a:buNone/>
              <a:defRPr sz="1875" b="1">
                <a:solidFill>
                  <a:srgbClr val="F5F7FF"/>
                </a:solidFill>
                <a:latin typeface="Noto Sans CJK JP"/>
                <a:ea typeface="Noto Sans CJK JP"/>
                <a:cs typeface="Noto Sans CJK JP"/>
              </a:defRPr>
            </a:pPr>
            <a:r>
              <a:rPr sz="2800" b="1" dirty="0">
                <a:solidFill>
                  <a:srgbClr val="929CB5"/>
                </a:solidFill>
                <a:latin typeface="Noto Sans CJK JP"/>
                <a:ea typeface="Noto Sans CJK JP"/>
                <a:cs typeface="Noto Sans CJK JP"/>
              </a:rPr>
              <a:t>今日の</a:t>
            </a:r>
            <a:r>
              <a:rPr lang="en-US" sz="2800" b="1" dirty="0">
                <a:solidFill>
                  <a:srgbClr val="929CB5"/>
                </a:solidFill>
                <a:latin typeface="Noto Sans CJK JP"/>
                <a:ea typeface="Noto Sans CJK JP"/>
                <a:cs typeface="Noto Sans CJK JP"/>
              </a:rPr>
              <a:t>1</a:t>
            </a:r>
            <a:r>
              <a:rPr sz="2800" b="1" dirty="0">
                <a:solidFill>
                  <a:srgbClr val="929CB5"/>
                </a:solidFill>
                <a:latin typeface="Noto Sans CJK JP"/>
                <a:ea typeface="Noto Sans CJK JP"/>
                <a:cs typeface="Noto Sans CJK JP"/>
              </a:rPr>
              <a:t>曲を登録</a:t>
            </a:r>
          </a:p>
        </p:txBody>
      </p:sp>
      <p:sp>
        <p:nvSpPr>
          <p:cNvPr id="6" name="正方形/長方形 5">
            <a:extLst>
              <a:ext uri="{FF2B5EF4-FFF2-40B4-BE49-F238E27FC236}">
                <a16:creationId xmlns:a16="http://schemas.microsoft.com/office/drawing/2014/main" id="{55E8E7F4-9A81-7283-02BA-2BAC02E1DCBE}"/>
              </a:ext>
            </a:extLst>
          </p:cNvPr>
          <p:cNvSpPr>
            <a:spLocks noGrp="1"/>
          </p:cNvSpPr>
          <p:nvPr/>
        </p:nvSpPr>
        <p:spPr>
          <a:xfrm>
            <a:off x="752475" y="4063093"/>
            <a:ext cx="857250" cy="476250"/>
          </a:xfrm>
          <a:prstGeom prst="rect">
            <a:avLst/>
          </a:prstGeom>
          <a:noFill/>
          <a:ln w="0">
            <a:noFill/>
          </a:ln>
        </p:spPr>
        <p:txBody>
          <a:bodyPr wrap="square" lIns="0" tIns="0" rIns="0" bIns="0" anchor="t">
            <a:noAutofit/>
          </a:bodyPr>
          <a:lstStyle/>
          <a:p>
            <a:pPr algn="l">
              <a:lnSpc>
                <a:spcPct val="110000"/>
              </a:lnSpc>
              <a:buNone/>
              <a:defRPr sz="2325" b="1">
                <a:solidFill>
                  <a:srgbClr val="F5F7FF"/>
                </a:solidFill>
                <a:latin typeface="Noto Sans CJK JP"/>
                <a:ea typeface="Noto Sans CJK JP"/>
                <a:cs typeface="Noto Sans CJK JP"/>
              </a:defRPr>
            </a:pPr>
            <a:r>
              <a:rPr sz="2800" b="1" dirty="0">
                <a:solidFill>
                  <a:srgbClr val="929CB5"/>
                </a:solidFill>
                <a:latin typeface="Noto Sans CJK JP"/>
                <a:ea typeface="Noto Sans CJK JP"/>
                <a:cs typeface="Noto Sans CJK JP"/>
              </a:rPr>
              <a:t>02</a:t>
            </a:r>
          </a:p>
        </p:txBody>
      </p:sp>
      <p:sp>
        <p:nvSpPr>
          <p:cNvPr id="7" name="正方形/長方形 6">
            <a:extLst>
              <a:ext uri="{FF2B5EF4-FFF2-40B4-BE49-F238E27FC236}">
                <a16:creationId xmlns:a16="http://schemas.microsoft.com/office/drawing/2014/main" id="{ACC6910C-0D99-7EC4-ECC8-3000ECF68EBD}"/>
              </a:ext>
            </a:extLst>
          </p:cNvPr>
          <p:cNvSpPr>
            <a:spLocks noGrp="1"/>
          </p:cNvSpPr>
          <p:nvPr/>
        </p:nvSpPr>
        <p:spPr>
          <a:xfrm>
            <a:off x="1725222" y="4072618"/>
            <a:ext cx="5810250" cy="457200"/>
          </a:xfrm>
          <a:prstGeom prst="rect">
            <a:avLst/>
          </a:prstGeom>
          <a:noFill/>
          <a:ln w="0">
            <a:noFill/>
          </a:ln>
        </p:spPr>
        <p:txBody>
          <a:bodyPr wrap="square" lIns="0" tIns="0" rIns="0" bIns="0" anchor="t">
            <a:noAutofit/>
          </a:bodyPr>
          <a:lstStyle/>
          <a:p>
            <a:pPr>
              <a:lnSpc>
                <a:spcPct val="110000"/>
              </a:lnSpc>
              <a:defRPr sz="1875" b="1">
                <a:solidFill>
                  <a:srgbClr val="F5F7FF"/>
                </a:solidFill>
                <a:latin typeface="Noto Sans CJK JP"/>
                <a:ea typeface="Noto Sans CJK JP"/>
                <a:cs typeface="Noto Sans CJK JP"/>
              </a:defRPr>
            </a:pPr>
            <a:r>
              <a:rPr lang="ja-JP" altLang="en-US" sz="2800" b="1">
                <a:solidFill>
                  <a:srgbClr val="929CB5"/>
                </a:solidFill>
                <a:latin typeface="Noto Sans CJK JP"/>
                <a:ea typeface="Noto Sans CJK JP"/>
                <a:cs typeface="Noto Sans CJK JP"/>
              </a:rPr>
              <a:t>会場で</a:t>
            </a:r>
            <a:r>
              <a:rPr lang="en" altLang="ja-JP" sz="2800" b="1" dirty="0">
                <a:solidFill>
                  <a:srgbClr val="929CB5"/>
                </a:solidFill>
                <a:latin typeface="Noto Sans CJK JP"/>
                <a:ea typeface="Noto Sans CJK JP"/>
                <a:cs typeface="Noto Sans CJK JP"/>
              </a:rPr>
              <a:t>PASSING</a:t>
            </a:r>
            <a:r>
              <a:rPr lang="ja-JP" altLang="en-US" sz="2800" b="1">
                <a:solidFill>
                  <a:srgbClr val="929CB5"/>
                </a:solidFill>
                <a:latin typeface="Noto Sans CJK JP"/>
                <a:ea typeface="Noto Sans CJK JP"/>
                <a:cs typeface="Noto Sans CJK JP"/>
              </a:rPr>
              <a:t>開始</a:t>
            </a:r>
          </a:p>
          <a:p>
            <a:pPr algn="l">
              <a:lnSpc>
                <a:spcPct val="110000"/>
              </a:lnSpc>
              <a:buNone/>
              <a:defRPr sz="1875" b="1">
                <a:solidFill>
                  <a:srgbClr val="F5F7FF"/>
                </a:solidFill>
                <a:latin typeface="Noto Sans CJK JP"/>
                <a:ea typeface="Noto Sans CJK JP"/>
                <a:cs typeface="Noto Sans CJK JP"/>
              </a:defRPr>
            </a:pPr>
            <a:endParaRPr sz="2800" b="1" dirty="0">
              <a:solidFill>
                <a:srgbClr val="F5F7FF"/>
              </a:solidFill>
              <a:latin typeface="Noto Sans CJK JP"/>
              <a:ea typeface="Noto Sans CJK JP"/>
              <a:cs typeface="Noto Sans CJK JP"/>
            </a:endParaRPr>
          </a:p>
        </p:txBody>
      </p:sp>
      <p:sp>
        <p:nvSpPr>
          <p:cNvPr id="8" name="正方形/長方形 7">
            <a:extLst>
              <a:ext uri="{FF2B5EF4-FFF2-40B4-BE49-F238E27FC236}">
                <a16:creationId xmlns:a16="http://schemas.microsoft.com/office/drawing/2014/main" id="{9BC16E11-D8B9-C00E-8600-02649AE68F9A}"/>
              </a:ext>
            </a:extLst>
          </p:cNvPr>
          <p:cNvSpPr>
            <a:spLocks noGrp="1"/>
          </p:cNvSpPr>
          <p:nvPr/>
        </p:nvSpPr>
        <p:spPr>
          <a:xfrm>
            <a:off x="752475" y="5110843"/>
            <a:ext cx="857250" cy="476250"/>
          </a:xfrm>
          <a:prstGeom prst="rect">
            <a:avLst/>
          </a:prstGeom>
          <a:noFill/>
          <a:ln w="0">
            <a:noFill/>
          </a:ln>
        </p:spPr>
        <p:txBody>
          <a:bodyPr wrap="square" lIns="0" tIns="0" rIns="0" bIns="0" anchor="t">
            <a:noAutofit/>
          </a:bodyPr>
          <a:lstStyle/>
          <a:p>
            <a:pPr algn="l">
              <a:lnSpc>
                <a:spcPct val="110000"/>
              </a:lnSpc>
              <a:buNone/>
              <a:defRPr sz="2325" b="1">
                <a:solidFill>
                  <a:srgbClr val="8B82FF"/>
                </a:solidFill>
                <a:latin typeface="Noto Sans CJK JP"/>
                <a:ea typeface="Noto Sans CJK JP"/>
                <a:cs typeface="Noto Sans CJK JP"/>
              </a:defRPr>
            </a:pPr>
            <a:r>
              <a:rPr sz="2800" b="1">
                <a:solidFill>
                  <a:srgbClr val="8B82FF"/>
                </a:solidFill>
                <a:latin typeface="Noto Sans CJK JP"/>
                <a:ea typeface="Noto Sans CJK JP"/>
                <a:cs typeface="Noto Sans CJK JP"/>
              </a:rPr>
              <a:t>03</a:t>
            </a:r>
          </a:p>
        </p:txBody>
      </p:sp>
      <p:sp>
        <p:nvSpPr>
          <p:cNvPr id="9" name="正方形/長方形 8">
            <a:extLst>
              <a:ext uri="{FF2B5EF4-FFF2-40B4-BE49-F238E27FC236}">
                <a16:creationId xmlns:a16="http://schemas.microsoft.com/office/drawing/2014/main" id="{87451FFD-1E39-8D72-70F6-A5DA42969C99}"/>
              </a:ext>
            </a:extLst>
          </p:cNvPr>
          <p:cNvSpPr>
            <a:spLocks noGrp="1"/>
          </p:cNvSpPr>
          <p:nvPr/>
        </p:nvSpPr>
        <p:spPr>
          <a:xfrm>
            <a:off x="1725222" y="5118225"/>
            <a:ext cx="5810250" cy="457200"/>
          </a:xfrm>
          <a:prstGeom prst="rect">
            <a:avLst/>
          </a:prstGeom>
          <a:noFill/>
          <a:ln w="0">
            <a:noFill/>
          </a:ln>
        </p:spPr>
        <p:txBody>
          <a:bodyPr wrap="square" lIns="0" tIns="0" rIns="0" bIns="0" anchor="t">
            <a:noAutofit/>
          </a:bodyPr>
          <a:lstStyle/>
          <a:p>
            <a:pPr>
              <a:lnSpc>
                <a:spcPct val="110000"/>
              </a:lnSpc>
              <a:defRPr sz="1875" b="1">
                <a:solidFill>
                  <a:srgbClr val="F5F7FF"/>
                </a:solidFill>
                <a:latin typeface="Noto Sans CJK JP"/>
                <a:ea typeface="Noto Sans CJK JP"/>
                <a:cs typeface="Noto Sans CJK JP"/>
              </a:defRPr>
            </a:pPr>
            <a:r>
              <a:rPr lang="ja-JP" altLang="en-US" sz="2800" b="1">
                <a:solidFill>
                  <a:srgbClr val="F5F7FF"/>
                </a:solidFill>
                <a:latin typeface="Noto Sans CJK JP"/>
                <a:ea typeface="Noto Sans CJK JP"/>
                <a:cs typeface="Noto Sans CJK JP"/>
              </a:rPr>
              <a:t>近くにいた人の曲を受け取る</a:t>
            </a:r>
            <a:endParaRPr sz="2800" b="1" dirty="0">
              <a:solidFill>
                <a:srgbClr val="F5F7FF"/>
              </a:solidFill>
              <a:latin typeface="Noto Sans CJK JP"/>
              <a:ea typeface="Noto Sans CJK JP"/>
              <a:cs typeface="Noto Sans CJK JP"/>
            </a:endParaRPr>
          </a:p>
        </p:txBody>
      </p:sp>
      <p:sp>
        <p:nvSpPr>
          <p:cNvPr id="12" name="正方形/長方形 11">
            <a:extLst>
              <a:ext uri="{FF2B5EF4-FFF2-40B4-BE49-F238E27FC236}">
                <a16:creationId xmlns:a16="http://schemas.microsoft.com/office/drawing/2014/main" id="{A8732913-F975-CC9E-F544-AE7BC1033348}"/>
              </a:ext>
            </a:extLst>
          </p:cNvPr>
          <p:cNvSpPr>
            <a:spLocks noGrp="1"/>
          </p:cNvSpPr>
          <p:nvPr/>
        </p:nvSpPr>
        <p:spPr>
          <a:xfrm>
            <a:off x="9067800" y="3238500"/>
            <a:ext cx="2038350" cy="742950"/>
          </a:xfrm>
          <a:prstGeom prst="rect">
            <a:avLst/>
          </a:prstGeom>
          <a:noFill/>
          <a:ln w="0">
            <a:noFill/>
          </a:ln>
        </p:spPr>
        <p:txBody>
          <a:bodyPr wrap="square" lIns="0" tIns="0" rIns="0" bIns="0" anchor="ctr">
            <a:noAutofit/>
          </a:bodyPr>
          <a:lstStyle/>
          <a:p>
            <a:pPr algn="ctr">
              <a:lnSpc>
                <a:spcPct val="130000"/>
              </a:lnSpc>
              <a:buNone/>
              <a:defRPr sz="1350" b="1">
                <a:solidFill>
                  <a:srgbClr val="929CB5"/>
                </a:solidFill>
                <a:latin typeface="Noto Sans CJK JP"/>
                <a:ea typeface="Noto Sans CJK JP"/>
                <a:cs typeface="Noto Sans CJK JP"/>
              </a:defRPr>
            </a:pPr>
            <a:endParaRPr sz="1350" b="1" dirty="0">
              <a:solidFill>
                <a:srgbClr val="929CB5"/>
              </a:solidFill>
              <a:latin typeface="Noto Sans CJK JP"/>
              <a:ea typeface="Noto Sans CJK JP"/>
              <a:cs typeface="Noto Sans CJK JP"/>
            </a:endParaRPr>
          </a:p>
        </p:txBody>
      </p:sp>
      <p:sp>
        <p:nvSpPr>
          <p:cNvPr id="13" name="正方形/長方形 12">
            <a:extLst>
              <a:ext uri="{FF2B5EF4-FFF2-40B4-BE49-F238E27FC236}">
                <a16:creationId xmlns:a16="http://schemas.microsoft.com/office/drawing/2014/main" id="{76D27249-085E-80BF-0F44-009B658F66A6}"/>
              </a:ext>
            </a:extLst>
          </p:cNvPr>
          <p:cNvSpPr>
            <a:spLocks noGrp="1"/>
          </p:cNvSpPr>
          <p:nvPr/>
        </p:nvSpPr>
        <p:spPr>
          <a:xfrm>
            <a:off x="685800" y="6419850"/>
            <a:ext cx="1428750" cy="190500"/>
          </a:xfrm>
          <a:prstGeom prst="rect">
            <a:avLst/>
          </a:prstGeom>
          <a:noFill/>
          <a:ln w="0">
            <a:noFill/>
          </a:ln>
        </p:spPr>
        <p:txBody>
          <a:bodyPr wrap="square" lIns="0" tIns="0" rIns="0" bIns="0" anchor="t">
            <a:noAutofit/>
          </a:bodyPr>
          <a:lstStyle/>
          <a:p>
            <a:pPr algn="l">
              <a:lnSpc>
                <a:spcPct val="110000"/>
              </a:lnSpc>
              <a:buNone/>
              <a:defRPr sz="900" b="1">
                <a:solidFill>
                  <a:srgbClr val="929CB5"/>
                </a:solidFill>
                <a:latin typeface="Noto Sans CJK JP"/>
                <a:ea typeface="Noto Sans CJK JP"/>
                <a:cs typeface="Noto Sans CJK JP"/>
              </a:defRPr>
            </a:pPr>
            <a:r>
              <a:rPr sz="900" b="1">
                <a:solidFill>
                  <a:srgbClr val="929CB5"/>
                </a:solidFill>
                <a:latin typeface="Noto Sans CJK JP"/>
                <a:ea typeface="Noto Sans CJK JP"/>
                <a:cs typeface="Noto Sans CJK JP"/>
              </a:rPr>
              <a:t>PASSING</a:t>
            </a:r>
          </a:p>
        </p:txBody>
      </p:sp>
      <p:sp>
        <p:nvSpPr>
          <p:cNvPr id="14" name="正方形/長方形 13">
            <a:extLst>
              <a:ext uri="{FF2B5EF4-FFF2-40B4-BE49-F238E27FC236}">
                <a16:creationId xmlns:a16="http://schemas.microsoft.com/office/drawing/2014/main" id="{AC8F2F0D-76F6-8B23-7C30-EAC63ED23E03}"/>
              </a:ext>
            </a:extLst>
          </p:cNvPr>
          <p:cNvSpPr>
            <a:spLocks noGrp="1"/>
          </p:cNvSpPr>
          <p:nvPr/>
        </p:nvSpPr>
        <p:spPr>
          <a:xfrm>
            <a:off x="10839450" y="6419850"/>
            <a:ext cx="666750" cy="190500"/>
          </a:xfrm>
          <a:prstGeom prst="rect">
            <a:avLst/>
          </a:prstGeom>
          <a:noFill/>
          <a:ln w="0">
            <a:noFill/>
          </a:ln>
        </p:spPr>
        <p:txBody>
          <a:bodyPr wrap="square" lIns="0" tIns="0" rIns="0" bIns="0" anchor="t">
            <a:noAutofit/>
          </a:bodyPr>
          <a:lstStyle/>
          <a:p>
            <a:pPr algn="r">
              <a:lnSpc>
                <a:spcPct val="110000"/>
              </a:lnSpc>
              <a:buNone/>
              <a:defRPr sz="900" b="1">
                <a:solidFill>
                  <a:srgbClr val="929CB5"/>
                </a:solidFill>
                <a:latin typeface="Noto Sans CJK JP"/>
                <a:ea typeface="Noto Sans CJK JP"/>
                <a:cs typeface="Noto Sans CJK JP"/>
              </a:defRPr>
            </a:pPr>
            <a:r>
              <a:rPr sz="900" b="1" dirty="0">
                <a:solidFill>
                  <a:srgbClr val="929CB5"/>
                </a:solidFill>
                <a:latin typeface="Noto Sans CJK JP"/>
                <a:ea typeface="Noto Sans CJK JP"/>
                <a:cs typeface="Noto Sans CJK JP"/>
              </a:rPr>
              <a:t>0</a:t>
            </a:r>
            <a:r>
              <a:rPr lang="en-US" sz="900" b="1" dirty="0">
                <a:solidFill>
                  <a:srgbClr val="929CB5"/>
                </a:solidFill>
                <a:latin typeface="Noto Sans CJK JP"/>
                <a:ea typeface="Noto Sans CJK JP"/>
                <a:cs typeface="Noto Sans CJK JP"/>
              </a:rPr>
              <a:t>7</a:t>
            </a:r>
            <a:endParaRPr sz="900" b="1" dirty="0">
              <a:solidFill>
                <a:srgbClr val="929CB5"/>
              </a:solidFill>
              <a:latin typeface="Noto Sans CJK JP"/>
              <a:ea typeface="Noto Sans CJK JP"/>
              <a:cs typeface="Noto Sans CJK JP"/>
            </a:endParaRPr>
          </a:p>
        </p:txBody>
      </p:sp>
      <p:pic>
        <p:nvPicPr>
          <p:cNvPr id="16" name="copy_191724C7-2447-408B-B44D-45098CAADC47_93E8B7E1-EED9-4BFB-A20D-E8C98C81878D.mp4">
            <a:hlinkClick r:id="" action="ppaction://media"/>
            <a:extLst>
              <a:ext uri="{FF2B5EF4-FFF2-40B4-BE49-F238E27FC236}">
                <a16:creationId xmlns:a16="http://schemas.microsoft.com/office/drawing/2014/main" id="{1F95E770-1AEA-5818-F198-4412645A5417}"/>
              </a:ext>
            </a:extLst>
          </p:cNvPr>
          <p:cNvPicPr>
            <a:picLocks noChangeAspect="1"/>
          </p:cNvPicPr>
          <p:nvPr>
            <a:videoFile r:link="rId1"/>
            <p:extLst>
              <p:ext uri="{DAA4B4D4-6D71-4841-9C94-3DE7FCFB9230}">
                <p14:media xmlns:p14="http://schemas.microsoft.com/office/powerpoint/2010/main" r:embed="rId2">
                  <p14:trim st="2624.6897"/>
                </p14:media>
              </p:ext>
            </p:extLst>
          </p:nvPr>
        </p:nvPicPr>
        <p:blipFill>
          <a:blip r:embed="rId5"/>
          <a:stretch>
            <a:fillRect/>
          </a:stretch>
        </p:blipFill>
        <p:spPr>
          <a:xfrm>
            <a:off x="7650969" y="0"/>
            <a:ext cx="3160713" cy="6858000"/>
          </a:xfrm>
          <a:prstGeom prst="round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3063140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475"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20000">
                <p:cTn id="7" repeatCount="indefinite" fill="remove" display="0">
                  <p:stCondLst>
                    <p:cond delay="indefinite"/>
                  </p:stCondLst>
                </p:cTn>
                <p:tgtEl>
                  <p:spTgt spid="16"/>
                </p:tgtEl>
              </p:cMediaNode>
            </p:video>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6"/>
                                        </p:tgtEl>
                                      </p:cBhvr>
                                    </p:cmd>
                                  </p:childTnLst>
                                </p:cTn>
                              </p:par>
                            </p:childTnLst>
                          </p:cTn>
                        </p:par>
                      </p:childTnLst>
                    </p:cTn>
                  </p:par>
                </p:childTnLst>
              </p:cTn>
              <p:nextCondLst>
                <p:cond evt="onClick" delay="0">
                  <p:tgtEl>
                    <p:spTgt spid="16"/>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0C18"/>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94B5FE76-B591-4B58-800D-4D833DFF7F26}"/>
              </a:ext>
            </a:extLst>
          </p:cNvPr>
          <p:cNvSpPr>
            <a:spLocks noGrp="1"/>
          </p:cNvSpPr>
          <p:nvPr/>
        </p:nvSpPr>
        <p:spPr>
          <a:xfrm>
            <a:off x="685800" y="495300"/>
            <a:ext cx="3429000" cy="247650"/>
          </a:xfrm>
          <a:prstGeom prst="rect">
            <a:avLst/>
          </a:prstGeom>
          <a:noFill/>
          <a:ln w="0">
            <a:noFill/>
          </a:ln>
        </p:spPr>
        <p:txBody>
          <a:bodyPr wrap="square" lIns="0" tIns="0" rIns="0" bIns="0" anchor="t">
            <a:noAutofit/>
          </a:bodyPr>
          <a:lstStyle/>
          <a:p>
            <a:pPr algn="l">
              <a:lnSpc>
                <a:spcPct val="110000"/>
              </a:lnSpc>
              <a:buNone/>
              <a:defRPr sz="1200" b="1">
                <a:solidFill>
                  <a:srgbClr val="5CCBFF"/>
                </a:solidFill>
                <a:latin typeface="Noto Sans CJK JP"/>
                <a:ea typeface="Noto Sans CJK JP"/>
                <a:cs typeface="Noto Sans CJK JP"/>
              </a:defRPr>
            </a:pPr>
            <a:r>
              <a:rPr sz="1200" b="1">
                <a:solidFill>
                  <a:srgbClr val="5CCBFF"/>
                </a:solidFill>
                <a:latin typeface="Noto Sans CJK JP"/>
                <a:ea typeface="Noto Sans CJK JP"/>
                <a:cs typeface="Noto Sans CJK JP"/>
              </a:rPr>
              <a:t>04 / メモリー</a:t>
            </a:r>
          </a:p>
        </p:txBody>
      </p:sp>
      <p:sp>
        <p:nvSpPr>
          <p:cNvPr id="2" name="正方形/長方形 1">
            <a:extLst>
              <a:ext uri="{FF2B5EF4-FFF2-40B4-BE49-F238E27FC236}">
                <a16:creationId xmlns:a16="http://schemas.microsoft.com/office/drawing/2014/main" id="{3AA15FEE-3469-43C9-8101-1D030B722C5E}"/>
              </a:ext>
            </a:extLst>
          </p:cNvPr>
          <p:cNvSpPr>
            <a:spLocks noGrp="1"/>
          </p:cNvSpPr>
          <p:nvPr/>
        </p:nvSpPr>
        <p:spPr>
          <a:xfrm>
            <a:off x="685800" y="876300"/>
            <a:ext cx="10820400" cy="781050"/>
          </a:xfrm>
          <a:prstGeom prst="rect">
            <a:avLst/>
          </a:prstGeom>
          <a:noFill/>
          <a:ln w="0">
            <a:noFill/>
          </a:ln>
        </p:spPr>
        <p:txBody>
          <a:bodyPr wrap="square" lIns="0" tIns="0" rIns="0" bIns="0" anchor="t">
            <a:noAutofit/>
          </a:bodyPr>
          <a:lstStyle/>
          <a:p>
            <a:pPr>
              <a:lnSpc>
                <a:spcPct val="102000"/>
              </a:lnSpc>
              <a:defRPr sz="3075" b="1">
                <a:solidFill>
                  <a:srgbClr val="F5F7FF"/>
                </a:solidFill>
                <a:latin typeface="Noto Sans CJK JP"/>
                <a:ea typeface="Noto Sans CJK JP"/>
                <a:cs typeface="Noto Sans CJK JP"/>
              </a:defRPr>
            </a:pPr>
            <a:r>
              <a:rPr lang="ja-JP" altLang="en-US" sz="3600" b="1">
                <a:solidFill>
                  <a:srgbClr val="F5F7FF"/>
                </a:solidFill>
                <a:latin typeface="Noto Sans CJK JP"/>
                <a:ea typeface="Noto Sans CJK JP"/>
                <a:cs typeface="Noto Sans CJK JP"/>
              </a:rPr>
              <a:t>出会った曲を</a:t>
            </a:r>
            <a:endParaRPr lang="en-US" altLang="ja-JP" sz="3600" b="1" dirty="0">
              <a:solidFill>
                <a:srgbClr val="F5F7FF"/>
              </a:solidFill>
              <a:latin typeface="Noto Sans CJK JP"/>
              <a:ea typeface="Noto Sans CJK JP"/>
              <a:cs typeface="Noto Sans CJK JP"/>
            </a:endParaRPr>
          </a:p>
          <a:p>
            <a:pPr>
              <a:lnSpc>
                <a:spcPct val="102000"/>
              </a:lnSpc>
              <a:defRPr sz="3075" b="1">
                <a:solidFill>
                  <a:srgbClr val="F5F7FF"/>
                </a:solidFill>
                <a:latin typeface="Noto Sans CJK JP"/>
                <a:ea typeface="Noto Sans CJK JP"/>
                <a:cs typeface="Noto Sans CJK JP"/>
              </a:defRPr>
            </a:pPr>
            <a:r>
              <a:rPr lang="ja-JP" altLang="en-US" sz="3600" b="1">
                <a:solidFill>
                  <a:srgbClr val="F5F7FF"/>
                </a:solidFill>
                <a:latin typeface="Noto Sans CJK JP"/>
                <a:ea typeface="Noto Sans CJK JP"/>
                <a:cs typeface="Noto Sans CJK JP"/>
              </a:rPr>
              <a:t>思い出と一緒に残す</a:t>
            </a:r>
          </a:p>
          <a:p>
            <a:pPr algn="l">
              <a:lnSpc>
                <a:spcPct val="102000"/>
              </a:lnSpc>
              <a:buNone/>
              <a:defRPr sz="3075" b="1">
                <a:solidFill>
                  <a:srgbClr val="F5F7FF"/>
                </a:solidFill>
                <a:latin typeface="Noto Sans CJK JP"/>
                <a:ea typeface="Noto Sans CJK JP"/>
                <a:cs typeface="Noto Sans CJK JP"/>
              </a:defRPr>
            </a:pPr>
            <a:endParaRPr sz="3600" b="1" dirty="0">
              <a:solidFill>
                <a:srgbClr val="F5F7FF"/>
              </a:solidFill>
              <a:latin typeface="Noto Sans CJK JP"/>
              <a:ea typeface="Noto Sans CJK JP"/>
              <a:cs typeface="Noto Sans CJK JP"/>
            </a:endParaRPr>
          </a:p>
        </p:txBody>
      </p:sp>
      <p:sp>
        <p:nvSpPr>
          <p:cNvPr id="3" name="正方形/長方形 2">
            <a:extLst>
              <a:ext uri="{FF2B5EF4-FFF2-40B4-BE49-F238E27FC236}">
                <a16:creationId xmlns:a16="http://schemas.microsoft.com/office/drawing/2014/main" id="{438E3C19-2FBE-443D-8A08-01EC30F9CFA3}"/>
              </a:ext>
            </a:extLst>
          </p:cNvPr>
          <p:cNvSpPr>
            <a:spLocks noGrp="1"/>
          </p:cNvSpPr>
          <p:nvPr/>
        </p:nvSpPr>
        <p:spPr>
          <a:xfrm>
            <a:off x="685800" y="2933700"/>
            <a:ext cx="3637190" cy="495300"/>
          </a:xfrm>
          <a:prstGeom prst="rect">
            <a:avLst/>
          </a:prstGeom>
          <a:noFill/>
          <a:ln w="0">
            <a:noFill/>
          </a:ln>
        </p:spPr>
        <p:txBody>
          <a:bodyPr wrap="square" lIns="0" tIns="0" rIns="0" bIns="0" anchor="t">
            <a:noAutofit/>
          </a:bodyPr>
          <a:lstStyle/>
          <a:p>
            <a:pPr algn="ctr">
              <a:lnSpc>
                <a:spcPct val="110000"/>
              </a:lnSpc>
              <a:buNone/>
              <a:defRPr sz="2775" b="1">
                <a:solidFill>
                  <a:srgbClr val="5CCBFF"/>
                </a:solidFill>
                <a:latin typeface="Noto Sans CJK JP"/>
                <a:ea typeface="Noto Sans CJK JP"/>
                <a:cs typeface="Noto Sans CJK JP"/>
              </a:defRPr>
            </a:pPr>
            <a:r>
              <a:rPr lang="ja-JP" altLang="en-US" sz="2800" b="1">
                <a:solidFill>
                  <a:srgbClr val="5CCBFF"/>
                </a:solidFill>
                <a:latin typeface="Noto Sans CJK JP"/>
                <a:ea typeface="Noto Sans CJK JP"/>
                <a:cs typeface="Noto Sans CJK JP"/>
              </a:rPr>
              <a:t>・イベントごとに保存</a:t>
            </a:r>
            <a:endParaRPr sz="2800" b="1" dirty="0">
              <a:solidFill>
                <a:srgbClr val="5CCBFF"/>
              </a:solidFill>
              <a:latin typeface="Noto Sans CJK JP"/>
              <a:ea typeface="Noto Sans CJK JP"/>
              <a:cs typeface="Noto Sans CJK JP"/>
            </a:endParaRPr>
          </a:p>
        </p:txBody>
      </p:sp>
      <p:sp>
        <p:nvSpPr>
          <p:cNvPr id="4" name="正方形/長方形 3">
            <a:extLst>
              <a:ext uri="{FF2B5EF4-FFF2-40B4-BE49-F238E27FC236}">
                <a16:creationId xmlns:a16="http://schemas.microsoft.com/office/drawing/2014/main" id="{EBF77707-47F6-40D6-9C2C-B7A3F203E9FD}"/>
              </a:ext>
            </a:extLst>
          </p:cNvPr>
          <p:cNvSpPr>
            <a:spLocks noGrp="1"/>
          </p:cNvSpPr>
          <p:nvPr/>
        </p:nvSpPr>
        <p:spPr>
          <a:xfrm>
            <a:off x="685800" y="3429000"/>
            <a:ext cx="3366407" cy="495300"/>
          </a:xfrm>
          <a:prstGeom prst="rect">
            <a:avLst/>
          </a:prstGeom>
          <a:noFill/>
          <a:ln w="0">
            <a:noFill/>
          </a:ln>
        </p:spPr>
        <p:txBody>
          <a:bodyPr wrap="square" lIns="0" tIns="0" rIns="0" bIns="0" anchor="t">
            <a:noAutofit/>
          </a:bodyPr>
          <a:lstStyle/>
          <a:p>
            <a:pPr algn="ctr">
              <a:lnSpc>
                <a:spcPct val="110000"/>
              </a:lnSpc>
              <a:defRPr sz="2775" b="1">
                <a:solidFill>
                  <a:srgbClr val="8B82FF"/>
                </a:solidFill>
                <a:latin typeface="Noto Sans CJK JP"/>
                <a:ea typeface="Noto Sans CJK JP"/>
                <a:cs typeface="Noto Sans CJK JP"/>
              </a:defRPr>
            </a:pPr>
            <a:r>
              <a:rPr lang="ja-JP" altLang="en-US" sz="2800" b="1">
                <a:solidFill>
                  <a:srgbClr val="8B82FF"/>
                </a:solidFill>
                <a:latin typeface="Noto Sans CJK JP"/>
                <a:ea typeface="Noto Sans CJK JP"/>
                <a:cs typeface="Noto Sans CJK JP"/>
              </a:rPr>
              <a:t>・</a:t>
            </a:r>
            <a:r>
              <a:rPr lang="en" altLang="ja-JP" sz="2800" b="1" dirty="0">
                <a:solidFill>
                  <a:srgbClr val="8B82FF"/>
                </a:solidFill>
                <a:latin typeface="Noto Sans CJK JP"/>
                <a:ea typeface="Noto Sans CJK JP"/>
                <a:cs typeface="Noto Sans CJK JP"/>
              </a:rPr>
              <a:t>Apple Music</a:t>
            </a:r>
            <a:r>
              <a:rPr lang="ja-JP" altLang="en-US" sz="2800" b="1">
                <a:solidFill>
                  <a:srgbClr val="8B82FF"/>
                </a:solidFill>
                <a:latin typeface="Noto Sans CJK JP"/>
                <a:ea typeface="Noto Sans CJK JP"/>
                <a:cs typeface="Noto Sans CJK JP"/>
              </a:rPr>
              <a:t>で聴く</a:t>
            </a:r>
          </a:p>
          <a:p>
            <a:pPr algn="ctr">
              <a:lnSpc>
                <a:spcPct val="110000"/>
              </a:lnSpc>
              <a:buNone/>
              <a:defRPr sz="2775" b="1">
                <a:solidFill>
                  <a:srgbClr val="8B82FF"/>
                </a:solidFill>
                <a:latin typeface="Noto Sans CJK JP"/>
                <a:ea typeface="Noto Sans CJK JP"/>
                <a:cs typeface="Noto Sans CJK JP"/>
              </a:defRPr>
            </a:pPr>
            <a:endParaRPr sz="2775" b="1" dirty="0">
              <a:solidFill>
                <a:srgbClr val="8B82FF"/>
              </a:solidFill>
              <a:latin typeface="Noto Sans CJK JP"/>
              <a:ea typeface="Noto Sans CJK JP"/>
              <a:cs typeface="Noto Sans CJK JP"/>
            </a:endParaRPr>
          </a:p>
        </p:txBody>
      </p:sp>
      <p:sp>
        <p:nvSpPr>
          <p:cNvPr id="6" name="正方形/長方形 5">
            <a:extLst>
              <a:ext uri="{FF2B5EF4-FFF2-40B4-BE49-F238E27FC236}">
                <a16:creationId xmlns:a16="http://schemas.microsoft.com/office/drawing/2014/main" id="{1276C92F-4C6B-4CA5-B22F-DEBBAE196DEF}"/>
              </a:ext>
            </a:extLst>
          </p:cNvPr>
          <p:cNvSpPr>
            <a:spLocks noGrp="1"/>
          </p:cNvSpPr>
          <p:nvPr/>
        </p:nvSpPr>
        <p:spPr>
          <a:xfrm>
            <a:off x="685800" y="5010150"/>
            <a:ext cx="8953500" cy="495300"/>
          </a:xfrm>
          <a:prstGeom prst="rect">
            <a:avLst/>
          </a:prstGeom>
          <a:noFill/>
          <a:ln w="0">
            <a:noFill/>
          </a:ln>
        </p:spPr>
        <p:txBody>
          <a:bodyPr wrap="square" lIns="0" tIns="0" rIns="0" bIns="0" anchor="t">
            <a:noAutofit/>
          </a:bodyPr>
          <a:lstStyle/>
          <a:p>
            <a:pPr>
              <a:lnSpc>
                <a:spcPct val="110000"/>
              </a:lnSpc>
              <a:defRPr sz="1875" b="1">
                <a:solidFill>
                  <a:srgbClr val="F5F7FF"/>
                </a:solidFill>
                <a:latin typeface="Noto Sans CJK JP"/>
                <a:ea typeface="Noto Sans CJK JP"/>
                <a:cs typeface="Noto Sans CJK JP"/>
              </a:defRPr>
            </a:pPr>
            <a:r>
              <a:rPr lang="ja-JP" altLang="en-US" sz="2800" b="1">
                <a:solidFill>
                  <a:srgbClr val="F5F7FF"/>
                </a:solidFill>
                <a:latin typeface="Noto Sans CJK JP"/>
                <a:ea typeface="Noto Sans CJK JP"/>
                <a:cs typeface="Noto Sans CJK JP"/>
              </a:rPr>
              <a:t>その日に出会った曲をまとめて</a:t>
            </a:r>
            <a:endParaRPr lang="en-US" altLang="ja-JP" sz="2800" b="1" dirty="0">
              <a:solidFill>
                <a:srgbClr val="F5F7FF"/>
              </a:solidFill>
              <a:latin typeface="Noto Sans CJK JP"/>
              <a:ea typeface="Noto Sans CJK JP"/>
              <a:cs typeface="Noto Sans CJK JP"/>
            </a:endParaRPr>
          </a:p>
          <a:p>
            <a:pPr>
              <a:lnSpc>
                <a:spcPct val="110000"/>
              </a:lnSpc>
              <a:defRPr sz="1875" b="1">
                <a:solidFill>
                  <a:srgbClr val="F5F7FF"/>
                </a:solidFill>
                <a:latin typeface="Noto Sans CJK JP"/>
                <a:ea typeface="Noto Sans CJK JP"/>
                <a:cs typeface="Noto Sans CJK JP"/>
              </a:defRPr>
            </a:pPr>
            <a:r>
              <a:rPr lang="ja-JP" altLang="en-US" sz="2800" b="1">
                <a:solidFill>
                  <a:srgbClr val="F5F7FF"/>
                </a:solidFill>
                <a:latin typeface="Noto Sans CJK JP"/>
                <a:ea typeface="Noto Sans CJK JP"/>
                <a:cs typeface="Noto Sans CJK JP"/>
              </a:rPr>
              <a:t>プレイリストにできる</a:t>
            </a:r>
          </a:p>
          <a:p>
            <a:pPr algn="ctr">
              <a:lnSpc>
                <a:spcPct val="110000"/>
              </a:lnSpc>
              <a:buNone/>
              <a:defRPr sz="1875" b="1">
                <a:solidFill>
                  <a:srgbClr val="F5F7FF"/>
                </a:solidFill>
                <a:latin typeface="Noto Sans CJK JP"/>
                <a:ea typeface="Noto Sans CJK JP"/>
                <a:cs typeface="Noto Sans CJK JP"/>
              </a:defRPr>
            </a:pPr>
            <a:endParaRPr sz="2800" b="1" dirty="0">
              <a:solidFill>
                <a:srgbClr val="F5F7FF"/>
              </a:solidFill>
              <a:latin typeface="Noto Sans CJK JP"/>
              <a:ea typeface="Noto Sans CJK JP"/>
              <a:cs typeface="Noto Sans CJK JP"/>
            </a:endParaRPr>
          </a:p>
        </p:txBody>
      </p:sp>
      <p:sp>
        <p:nvSpPr>
          <p:cNvPr id="7" name="正方形/長方形 6">
            <a:extLst>
              <a:ext uri="{FF2B5EF4-FFF2-40B4-BE49-F238E27FC236}">
                <a16:creationId xmlns:a16="http://schemas.microsoft.com/office/drawing/2014/main" id="{6A49EB7B-39A2-4AE1-8945-9FB844FC9828}"/>
              </a:ext>
            </a:extLst>
          </p:cNvPr>
          <p:cNvSpPr>
            <a:spLocks noGrp="1"/>
          </p:cNvSpPr>
          <p:nvPr/>
        </p:nvSpPr>
        <p:spPr>
          <a:xfrm>
            <a:off x="685800" y="6419850"/>
            <a:ext cx="1428750" cy="190500"/>
          </a:xfrm>
          <a:prstGeom prst="rect">
            <a:avLst/>
          </a:prstGeom>
          <a:noFill/>
          <a:ln w="0">
            <a:noFill/>
          </a:ln>
        </p:spPr>
        <p:txBody>
          <a:bodyPr wrap="square" lIns="0" tIns="0" rIns="0" bIns="0" anchor="t">
            <a:noAutofit/>
          </a:bodyPr>
          <a:lstStyle/>
          <a:p>
            <a:pPr algn="l">
              <a:lnSpc>
                <a:spcPct val="110000"/>
              </a:lnSpc>
              <a:buNone/>
              <a:defRPr sz="900" b="1">
                <a:solidFill>
                  <a:srgbClr val="929CB5"/>
                </a:solidFill>
                <a:latin typeface="Noto Sans CJK JP"/>
                <a:ea typeface="Noto Sans CJK JP"/>
                <a:cs typeface="Noto Sans CJK JP"/>
              </a:defRPr>
            </a:pPr>
            <a:r>
              <a:rPr sz="900" b="1">
                <a:solidFill>
                  <a:srgbClr val="929CB5"/>
                </a:solidFill>
                <a:latin typeface="Noto Sans CJK JP"/>
                <a:ea typeface="Noto Sans CJK JP"/>
                <a:cs typeface="Noto Sans CJK JP"/>
              </a:rPr>
              <a:t>PASSING</a:t>
            </a:r>
          </a:p>
        </p:txBody>
      </p:sp>
      <p:sp>
        <p:nvSpPr>
          <p:cNvPr id="8" name="正方形/長方形 7">
            <a:extLst>
              <a:ext uri="{FF2B5EF4-FFF2-40B4-BE49-F238E27FC236}">
                <a16:creationId xmlns:a16="http://schemas.microsoft.com/office/drawing/2014/main" id="{0CB2E34E-2102-4419-AE32-839DE7EF6594}"/>
              </a:ext>
            </a:extLst>
          </p:cNvPr>
          <p:cNvSpPr>
            <a:spLocks noGrp="1"/>
          </p:cNvSpPr>
          <p:nvPr/>
        </p:nvSpPr>
        <p:spPr>
          <a:xfrm>
            <a:off x="10839450" y="6419850"/>
            <a:ext cx="666750" cy="190500"/>
          </a:xfrm>
          <a:prstGeom prst="rect">
            <a:avLst/>
          </a:prstGeom>
          <a:noFill/>
          <a:ln w="0">
            <a:noFill/>
          </a:ln>
        </p:spPr>
        <p:txBody>
          <a:bodyPr wrap="square" lIns="0" tIns="0" rIns="0" bIns="0" anchor="t">
            <a:noAutofit/>
          </a:bodyPr>
          <a:lstStyle/>
          <a:p>
            <a:pPr algn="r">
              <a:lnSpc>
                <a:spcPct val="110000"/>
              </a:lnSpc>
              <a:buNone/>
              <a:defRPr sz="900" b="1">
                <a:solidFill>
                  <a:srgbClr val="929CB5"/>
                </a:solidFill>
                <a:latin typeface="Noto Sans CJK JP"/>
                <a:ea typeface="Noto Sans CJK JP"/>
                <a:cs typeface="Noto Sans CJK JP"/>
              </a:defRPr>
            </a:pPr>
            <a:r>
              <a:rPr sz="900" b="1" dirty="0">
                <a:solidFill>
                  <a:srgbClr val="929CB5"/>
                </a:solidFill>
                <a:latin typeface="Noto Sans CJK JP"/>
                <a:ea typeface="Noto Sans CJK JP"/>
                <a:cs typeface="Noto Sans CJK JP"/>
              </a:rPr>
              <a:t>0</a:t>
            </a:r>
            <a:r>
              <a:rPr lang="en-US" sz="900" b="1" dirty="0">
                <a:solidFill>
                  <a:srgbClr val="929CB5"/>
                </a:solidFill>
                <a:latin typeface="Noto Sans CJK JP"/>
                <a:ea typeface="Noto Sans CJK JP"/>
                <a:cs typeface="Noto Sans CJK JP"/>
              </a:rPr>
              <a:t>8</a:t>
            </a:r>
            <a:endParaRPr sz="900" b="1" dirty="0">
              <a:solidFill>
                <a:srgbClr val="929CB5"/>
              </a:solidFill>
              <a:latin typeface="Noto Sans CJK JP"/>
              <a:ea typeface="Noto Sans CJK JP"/>
              <a:cs typeface="Noto Sans CJK JP"/>
            </a:endParaRPr>
          </a:p>
        </p:txBody>
      </p:sp>
      <p:pic>
        <p:nvPicPr>
          <p:cNvPr id="11" name="copy_1E81C257-E007-4B6F-9493-AC2CDF574065_6A88F548-B1B1-4C31-987F-BB90C429B07A.mp4">
            <a:hlinkClick r:id="" action="ppaction://media"/>
            <a:extLst>
              <a:ext uri="{FF2B5EF4-FFF2-40B4-BE49-F238E27FC236}">
                <a16:creationId xmlns:a16="http://schemas.microsoft.com/office/drawing/2014/main" id="{D2E68C63-BA0F-7D09-8894-63D8A5328D67}"/>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650968" y="0"/>
            <a:ext cx="3160713" cy="6858000"/>
          </a:xfrm>
          <a:prstGeom prst="round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1882679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16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20000">
                <p:cTn id="7" repeatCount="indefinite" fill="remove"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0C18"/>
        </a:solidFill>
        <a:effectLst/>
      </p:bgPr>
    </p:bg>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026B11DC-33D8-49B1-ABED-2E0E1B32F3E6}"/>
              </a:ext>
            </a:extLst>
          </p:cNvPr>
          <p:cNvSpPr>
            <a:spLocks noGrp="1"/>
          </p:cNvSpPr>
          <p:nvPr/>
        </p:nvSpPr>
        <p:spPr>
          <a:xfrm>
            <a:off x="685800" y="495300"/>
            <a:ext cx="3429000" cy="247650"/>
          </a:xfrm>
          <a:prstGeom prst="rect">
            <a:avLst/>
          </a:prstGeom>
          <a:noFill/>
          <a:ln w="0">
            <a:noFill/>
          </a:ln>
        </p:spPr>
        <p:txBody>
          <a:bodyPr wrap="square" lIns="0" tIns="0" rIns="0" bIns="0" anchor="t">
            <a:noAutofit/>
          </a:bodyPr>
          <a:lstStyle/>
          <a:p>
            <a:pPr algn="l">
              <a:lnSpc>
                <a:spcPct val="110000"/>
              </a:lnSpc>
              <a:buNone/>
              <a:defRPr sz="1200" b="1">
                <a:solidFill>
                  <a:srgbClr val="5CCBFF"/>
                </a:solidFill>
                <a:latin typeface="Noto Sans CJK JP"/>
                <a:ea typeface="Noto Sans CJK JP"/>
                <a:cs typeface="Noto Sans CJK JP"/>
              </a:defRPr>
            </a:pPr>
            <a:r>
              <a:rPr sz="1200" b="1">
                <a:solidFill>
                  <a:srgbClr val="5CCBFF"/>
                </a:solidFill>
                <a:latin typeface="Noto Sans CJK JP"/>
                <a:ea typeface="Noto Sans CJK JP"/>
                <a:cs typeface="Noto Sans CJK JP"/>
              </a:rPr>
              <a:t>05 / その先にある未来</a:t>
            </a:r>
          </a:p>
        </p:txBody>
      </p:sp>
      <p:sp>
        <p:nvSpPr>
          <p:cNvPr id="3" name="正方形/長方形 2">
            <a:extLst>
              <a:ext uri="{FF2B5EF4-FFF2-40B4-BE49-F238E27FC236}">
                <a16:creationId xmlns:a16="http://schemas.microsoft.com/office/drawing/2014/main" id="{ACC1D9ED-BA47-48AB-813F-570E50A09C58}"/>
              </a:ext>
            </a:extLst>
          </p:cNvPr>
          <p:cNvSpPr>
            <a:spLocks noGrp="1"/>
          </p:cNvSpPr>
          <p:nvPr/>
        </p:nvSpPr>
        <p:spPr>
          <a:xfrm>
            <a:off x="685800" y="2476500"/>
            <a:ext cx="10820400" cy="400050"/>
          </a:xfrm>
          <a:prstGeom prst="rect">
            <a:avLst/>
          </a:prstGeom>
          <a:noFill/>
          <a:ln w="0">
            <a:noFill/>
          </a:ln>
        </p:spPr>
        <p:txBody>
          <a:bodyPr wrap="square" lIns="0" tIns="0" rIns="0" bIns="0" anchor="t">
            <a:noAutofit/>
          </a:bodyPr>
          <a:lstStyle/>
          <a:p>
            <a:pPr algn="ctr">
              <a:lnSpc>
                <a:spcPct val="110000"/>
              </a:lnSpc>
              <a:buNone/>
              <a:defRPr sz="1800" b="1">
                <a:solidFill>
                  <a:srgbClr val="929CB5"/>
                </a:solidFill>
                <a:latin typeface="Noto Sans CJK JP"/>
                <a:ea typeface="Noto Sans CJK JP"/>
                <a:cs typeface="Noto Sans CJK JP"/>
              </a:defRPr>
            </a:pPr>
            <a:endParaRPr sz="1800" b="1" dirty="0">
              <a:solidFill>
                <a:srgbClr val="929CB5"/>
              </a:solidFill>
              <a:latin typeface="Noto Sans CJK JP"/>
              <a:ea typeface="Noto Sans CJK JP"/>
              <a:cs typeface="Noto Sans CJK JP"/>
            </a:endParaRPr>
          </a:p>
        </p:txBody>
      </p:sp>
      <p:sp>
        <p:nvSpPr>
          <p:cNvPr id="4" name="正方形/長方形 3">
            <a:extLst>
              <a:ext uri="{FF2B5EF4-FFF2-40B4-BE49-F238E27FC236}">
                <a16:creationId xmlns:a16="http://schemas.microsoft.com/office/drawing/2014/main" id="{7AF1C634-7FDD-4069-A605-2A3F412B9C47}"/>
              </a:ext>
            </a:extLst>
          </p:cNvPr>
          <p:cNvSpPr>
            <a:spLocks noGrp="1"/>
          </p:cNvSpPr>
          <p:nvPr/>
        </p:nvSpPr>
        <p:spPr>
          <a:xfrm>
            <a:off x="2857500" y="3105150"/>
            <a:ext cx="2476500" cy="952500"/>
          </a:xfrm>
          <a:prstGeom prst="rect">
            <a:avLst/>
          </a:prstGeom>
          <a:noFill/>
          <a:ln w="0">
            <a:noFill/>
          </a:ln>
        </p:spPr>
        <p:txBody>
          <a:bodyPr wrap="square" lIns="0" tIns="0" rIns="0" bIns="0" anchor="t">
            <a:noAutofit/>
          </a:bodyPr>
          <a:lstStyle/>
          <a:p>
            <a:pPr algn="ctr">
              <a:lnSpc>
                <a:spcPct val="110000"/>
              </a:lnSpc>
              <a:buNone/>
              <a:defRPr sz="5025" b="1">
                <a:solidFill>
                  <a:srgbClr val="5CCBFF"/>
                </a:solidFill>
                <a:latin typeface="Noto Sans CJK JP"/>
                <a:ea typeface="Noto Sans CJK JP"/>
                <a:cs typeface="Noto Sans CJK JP"/>
              </a:defRPr>
            </a:pPr>
            <a:endParaRPr sz="5025" b="1" dirty="0">
              <a:solidFill>
                <a:srgbClr val="5CCBFF"/>
              </a:solidFill>
              <a:latin typeface="Noto Sans CJK JP"/>
              <a:ea typeface="Noto Sans CJK JP"/>
              <a:cs typeface="Noto Sans CJK JP"/>
            </a:endParaRPr>
          </a:p>
        </p:txBody>
      </p:sp>
      <p:sp>
        <p:nvSpPr>
          <p:cNvPr id="6" name="正方形/長方形 5">
            <a:extLst>
              <a:ext uri="{FF2B5EF4-FFF2-40B4-BE49-F238E27FC236}">
                <a16:creationId xmlns:a16="http://schemas.microsoft.com/office/drawing/2014/main" id="{B33F0A53-17FD-4B0F-86B7-54ECDAA63239}"/>
              </a:ext>
            </a:extLst>
          </p:cNvPr>
          <p:cNvSpPr>
            <a:spLocks noGrp="1"/>
          </p:cNvSpPr>
          <p:nvPr/>
        </p:nvSpPr>
        <p:spPr>
          <a:xfrm>
            <a:off x="6096000" y="3105150"/>
            <a:ext cx="2571750" cy="952500"/>
          </a:xfrm>
          <a:prstGeom prst="rect">
            <a:avLst/>
          </a:prstGeom>
          <a:noFill/>
          <a:ln w="0">
            <a:noFill/>
          </a:ln>
        </p:spPr>
        <p:txBody>
          <a:bodyPr wrap="square" lIns="0" tIns="0" rIns="0" bIns="0" anchor="t">
            <a:noAutofit/>
          </a:bodyPr>
          <a:lstStyle/>
          <a:p>
            <a:pPr algn="ctr">
              <a:lnSpc>
                <a:spcPct val="110000"/>
              </a:lnSpc>
              <a:buNone/>
              <a:defRPr sz="5025" b="1">
                <a:solidFill>
                  <a:srgbClr val="8B82FF"/>
                </a:solidFill>
                <a:latin typeface="Noto Sans CJK JP"/>
                <a:ea typeface="Noto Sans CJK JP"/>
                <a:cs typeface="Noto Sans CJK JP"/>
              </a:defRPr>
            </a:pPr>
            <a:endParaRPr sz="5025" b="1" dirty="0">
              <a:solidFill>
                <a:srgbClr val="8B82FF"/>
              </a:solidFill>
              <a:latin typeface="Noto Sans CJK JP"/>
              <a:ea typeface="Noto Sans CJK JP"/>
              <a:cs typeface="Noto Sans CJK JP"/>
            </a:endParaRPr>
          </a:p>
        </p:txBody>
      </p:sp>
      <p:sp>
        <p:nvSpPr>
          <p:cNvPr id="7" name="正方形/長方形 6">
            <a:extLst>
              <a:ext uri="{FF2B5EF4-FFF2-40B4-BE49-F238E27FC236}">
                <a16:creationId xmlns:a16="http://schemas.microsoft.com/office/drawing/2014/main" id="{ECE06FEF-0026-4814-8218-87A406B138B9}"/>
              </a:ext>
            </a:extLst>
          </p:cNvPr>
          <p:cNvSpPr>
            <a:spLocks noGrp="1"/>
          </p:cNvSpPr>
          <p:nvPr/>
        </p:nvSpPr>
        <p:spPr>
          <a:xfrm>
            <a:off x="685800" y="4343400"/>
            <a:ext cx="10820400" cy="495300"/>
          </a:xfrm>
          <a:prstGeom prst="rect">
            <a:avLst/>
          </a:prstGeom>
          <a:noFill/>
          <a:ln w="0">
            <a:noFill/>
          </a:ln>
        </p:spPr>
        <p:txBody>
          <a:bodyPr wrap="square" lIns="0" tIns="0" rIns="0" bIns="0" anchor="t">
            <a:noAutofit/>
          </a:bodyPr>
          <a:lstStyle/>
          <a:p>
            <a:pPr algn="ctr">
              <a:lnSpc>
                <a:spcPct val="110000"/>
              </a:lnSpc>
              <a:buNone/>
              <a:defRPr sz="2250" b="1">
                <a:solidFill>
                  <a:srgbClr val="F5F7FF"/>
                </a:solidFill>
                <a:latin typeface="Noto Sans CJK JP"/>
                <a:ea typeface="Noto Sans CJK JP"/>
                <a:cs typeface="Noto Sans CJK JP"/>
              </a:defRPr>
            </a:pPr>
            <a:endParaRPr sz="2250" b="1" dirty="0">
              <a:solidFill>
                <a:srgbClr val="F5F7FF"/>
              </a:solidFill>
              <a:latin typeface="Noto Sans CJK JP"/>
              <a:ea typeface="Noto Sans CJK JP"/>
              <a:cs typeface="Noto Sans CJK JP"/>
            </a:endParaRPr>
          </a:p>
        </p:txBody>
      </p:sp>
      <p:sp>
        <p:nvSpPr>
          <p:cNvPr id="9" name="正方形/長方形 8">
            <a:extLst>
              <a:ext uri="{FF2B5EF4-FFF2-40B4-BE49-F238E27FC236}">
                <a16:creationId xmlns:a16="http://schemas.microsoft.com/office/drawing/2014/main" id="{DD0F3FA9-99D0-4E88-8E77-5D35AAA8059C}"/>
              </a:ext>
            </a:extLst>
          </p:cNvPr>
          <p:cNvSpPr>
            <a:spLocks noGrp="1"/>
          </p:cNvSpPr>
          <p:nvPr/>
        </p:nvSpPr>
        <p:spPr>
          <a:xfrm>
            <a:off x="685800" y="6419850"/>
            <a:ext cx="1428750" cy="190500"/>
          </a:xfrm>
          <a:prstGeom prst="rect">
            <a:avLst/>
          </a:prstGeom>
          <a:noFill/>
          <a:ln w="0">
            <a:noFill/>
          </a:ln>
        </p:spPr>
        <p:txBody>
          <a:bodyPr wrap="square" lIns="0" tIns="0" rIns="0" bIns="0" anchor="t">
            <a:noAutofit/>
          </a:bodyPr>
          <a:lstStyle/>
          <a:p>
            <a:pPr algn="l">
              <a:lnSpc>
                <a:spcPct val="110000"/>
              </a:lnSpc>
              <a:buNone/>
              <a:defRPr sz="900" b="1">
                <a:solidFill>
                  <a:srgbClr val="929CB5"/>
                </a:solidFill>
                <a:latin typeface="Noto Sans CJK JP"/>
                <a:ea typeface="Noto Sans CJK JP"/>
                <a:cs typeface="Noto Sans CJK JP"/>
              </a:defRPr>
            </a:pPr>
            <a:r>
              <a:rPr sz="900" b="1" dirty="0">
                <a:solidFill>
                  <a:srgbClr val="929CB5"/>
                </a:solidFill>
                <a:latin typeface="Noto Sans CJK JP"/>
                <a:ea typeface="Noto Sans CJK JP"/>
                <a:cs typeface="Noto Sans CJK JP"/>
              </a:rPr>
              <a:t>PASSING</a:t>
            </a:r>
          </a:p>
        </p:txBody>
      </p:sp>
      <p:sp>
        <p:nvSpPr>
          <p:cNvPr id="10" name="正方形/長方形 9">
            <a:extLst>
              <a:ext uri="{FF2B5EF4-FFF2-40B4-BE49-F238E27FC236}">
                <a16:creationId xmlns:a16="http://schemas.microsoft.com/office/drawing/2014/main" id="{1A48F273-26C9-4756-9ECF-47C5A057D02C}"/>
              </a:ext>
            </a:extLst>
          </p:cNvPr>
          <p:cNvSpPr>
            <a:spLocks noGrp="1"/>
          </p:cNvSpPr>
          <p:nvPr/>
        </p:nvSpPr>
        <p:spPr>
          <a:xfrm>
            <a:off x="10839450" y="6419850"/>
            <a:ext cx="666750" cy="190500"/>
          </a:xfrm>
          <a:prstGeom prst="rect">
            <a:avLst/>
          </a:prstGeom>
          <a:noFill/>
          <a:ln w="0">
            <a:noFill/>
          </a:ln>
        </p:spPr>
        <p:txBody>
          <a:bodyPr wrap="square" lIns="0" tIns="0" rIns="0" bIns="0" anchor="t">
            <a:noAutofit/>
          </a:bodyPr>
          <a:lstStyle/>
          <a:p>
            <a:pPr algn="r">
              <a:lnSpc>
                <a:spcPct val="110000"/>
              </a:lnSpc>
              <a:buNone/>
              <a:defRPr sz="900" b="1">
                <a:solidFill>
                  <a:srgbClr val="929CB5"/>
                </a:solidFill>
                <a:latin typeface="Noto Sans CJK JP"/>
                <a:ea typeface="Noto Sans CJK JP"/>
                <a:cs typeface="Noto Sans CJK JP"/>
              </a:defRPr>
            </a:pPr>
            <a:r>
              <a:rPr sz="900" b="1" dirty="0">
                <a:solidFill>
                  <a:srgbClr val="929CB5"/>
                </a:solidFill>
                <a:latin typeface="Noto Sans CJK JP"/>
                <a:ea typeface="Noto Sans CJK JP"/>
                <a:cs typeface="Noto Sans CJK JP"/>
              </a:rPr>
              <a:t>0</a:t>
            </a:r>
            <a:r>
              <a:rPr lang="en-US" sz="900" b="1" dirty="0">
                <a:solidFill>
                  <a:srgbClr val="929CB5"/>
                </a:solidFill>
                <a:latin typeface="Noto Sans CJK JP"/>
                <a:ea typeface="Noto Sans CJK JP"/>
                <a:cs typeface="Noto Sans CJK JP"/>
              </a:rPr>
              <a:t>9</a:t>
            </a:r>
            <a:endParaRPr sz="900" b="1" dirty="0">
              <a:solidFill>
                <a:srgbClr val="929CB5"/>
              </a:solidFill>
              <a:latin typeface="Noto Sans CJK JP"/>
              <a:ea typeface="Noto Sans CJK JP"/>
              <a:cs typeface="Noto Sans CJK JP"/>
            </a:endParaRPr>
          </a:p>
        </p:txBody>
      </p:sp>
      <p:sp>
        <p:nvSpPr>
          <p:cNvPr id="8" name="正方形/長方形 7">
            <a:extLst>
              <a:ext uri="{FF2B5EF4-FFF2-40B4-BE49-F238E27FC236}">
                <a16:creationId xmlns:a16="http://schemas.microsoft.com/office/drawing/2014/main" id="{3A240BD6-77B8-48E5-918B-3F7BC9B51DD6}"/>
              </a:ext>
            </a:extLst>
          </p:cNvPr>
          <p:cNvSpPr>
            <a:spLocks noGrp="1"/>
          </p:cNvSpPr>
          <p:nvPr/>
        </p:nvSpPr>
        <p:spPr>
          <a:xfrm>
            <a:off x="1524000" y="3524250"/>
            <a:ext cx="9144000" cy="400050"/>
          </a:xfrm>
          <a:prstGeom prst="rect">
            <a:avLst/>
          </a:prstGeom>
          <a:noFill/>
          <a:ln w="0">
            <a:noFill/>
          </a:ln>
        </p:spPr>
        <p:txBody>
          <a:bodyPr wrap="square" lIns="0" tIns="0" rIns="0" bIns="0" anchor="t">
            <a:noAutofit/>
          </a:bodyPr>
          <a:lstStyle/>
          <a:p>
            <a:pPr algn="ctr">
              <a:lnSpc>
                <a:spcPct val="110000"/>
              </a:lnSpc>
              <a:defRPr sz="1650" b="0">
                <a:solidFill>
                  <a:srgbClr val="929CB5"/>
                </a:solidFill>
                <a:latin typeface="Noto Sans CJK JP"/>
                <a:ea typeface="Noto Sans CJK JP"/>
                <a:cs typeface="Noto Sans CJK JP"/>
              </a:defRPr>
            </a:pPr>
            <a:r>
              <a:rPr lang="ja-JP" altLang="en-US" sz="2800">
                <a:solidFill>
                  <a:schemeClr val="bg1"/>
                </a:solidFill>
                <a:latin typeface="Noto Sans CJK JP"/>
                <a:ea typeface="Noto Sans CJK JP"/>
                <a:cs typeface="Noto Sans CJK JP"/>
              </a:rPr>
              <a:t>アルゴリズムだけでは生まれない、音楽との出会い</a:t>
            </a:r>
          </a:p>
          <a:p>
            <a:pPr algn="ctr">
              <a:lnSpc>
                <a:spcPct val="110000"/>
              </a:lnSpc>
              <a:buNone/>
              <a:defRPr sz="1650" b="0">
                <a:solidFill>
                  <a:srgbClr val="929CB5"/>
                </a:solidFill>
                <a:latin typeface="Noto Sans CJK JP"/>
                <a:ea typeface="Noto Sans CJK JP"/>
                <a:cs typeface="Noto Sans CJK JP"/>
              </a:defRPr>
            </a:pPr>
            <a:endParaRPr sz="2800" b="0" dirty="0">
              <a:solidFill>
                <a:schemeClr val="bg1"/>
              </a:solidFill>
              <a:latin typeface="Noto Sans CJK JP"/>
              <a:ea typeface="Noto Sans CJK JP"/>
              <a:cs typeface="Noto Sans CJK JP"/>
            </a:endParaRPr>
          </a:p>
        </p:txBody>
      </p:sp>
      <p:sp>
        <p:nvSpPr>
          <p:cNvPr id="2" name="正方形/長方形 1">
            <a:extLst>
              <a:ext uri="{FF2B5EF4-FFF2-40B4-BE49-F238E27FC236}">
                <a16:creationId xmlns:a16="http://schemas.microsoft.com/office/drawing/2014/main" id="{FF0BD128-2572-406D-A25D-BB2EE05835EB}"/>
              </a:ext>
            </a:extLst>
          </p:cNvPr>
          <p:cNvSpPr>
            <a:spLocks noGrp="1"/>
          </p:cNvSpPr>
          <p:nvPr/>
        </p:nvSpPr>
        <p:spPr>
          <a:xfrm>
            <a:off x="1828800" y="2800350"/>
            <a:ext cx="8534400" cy="781050"/>
          </a:xfrm>
          <a:prstGeom prst="rect">
            <a:avLst/>
          </a:prstGeom>
          <a:noFill/>
          <a:ln w="0">
            <a:noFill/>
          </a:ln>
        </p:spPr>
        <p:txBody>
          <a:bodyPr wrap="square" lIns="0" tIns="0" rIns="0" bIns="0" anchor="t">
            <a:noAutofit/>
          </a:bodyPr>
          <a:lstStyle/>
          <a:p>
            <a:pPr algn="l">
              <a:lnSpc>
                <a:spcPct val="102000"/>
              </a:lnSpc>
              <a:buNone/>
              <a:defRPr sz="3075" b="1">
                <a:solidFill>
                  <a:srgbClr val="F5F7FF"/>
                </a:solidFill>
                <a:latin typeface="Noto Sans CJK JP"/>
                <a:ea typeface="Noto Sans CJK JP"/>
                <a:cs typeface="Noto Sans CJK JP"/>
              </a:defRPr>
            </a:pPr>
            <a:r>
              <a:rPr sz="3600" b="1" dirty="0">
                <a:solidFill>
                  <a:srgbClr val="F5F7FF"/>
                </a:solidFill>
                <a:latin typeface="Noto Sans CJK JP"/>
                <a:ea typeface="Noto Sans CJK JP"/>
                <a:cs typeface="Noto Sans CJK JP"/>
              </a:rPr>
              <a:t>誰かの1曲が、次の誰かの好きな曲になる</a:t>
            </a:r>
          </a:p>
        </p:txBody>
      </p:sp>
    </p:spTree>
    <p:extLst>
      <p:ext uri="{BB962C8B-B14F-4D97-AF65-F5344CB8AC3E}">
        <p14:creationId xmlns:p14="http://schemas.microsoft.com/office/powerpoint/2010/main" val="582475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0C17"/>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619FCEE2-C0C8-671D-D260-10D8527871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2785" y="2032823"/>
            <a:ext cx="2343150" cy="2343150"/>
          </a:xfrm>
          <a:prstGeom prst="roundRect">
            <a:avLst/>
          </a:prstGeom>
          <a:ln>
            <a:solidFill>
              <a:schemeClr val="bg1"/>
            </a:solidFill>
          </a:ln>
        </p:spPr>
        <p:style>
          <a:lnRef idx="2">
            <a:schemeClr val="accent1"/>
          </a:lnRef>
          <a:fillRef idx="1">
            <a:schemeClr val="lt1"/>
          </a:fillRef>
          <a:effectRef idx="0">
            <a:schemeClr val="accent1"/>
          </a:effectRef>
          <a:fontRef idx="minor">
            <a:schemeClr val="dk1"/>
          </a:fontRef>
        </p:style>
      </p:pic>
      <p:sp>
        <p:nvSpPr>
          <p:cNvPr id="7" name="テキスト ボックス 6">
            <a:extLst>
              <a:ext uri="{FF2B5EF4-FFF2-40B4-BE49-F238E27FC236}">
                <a16:creationId xmlns:a16="http://schemas.microsoft.com/office/drawing/2014/main" id="{0759AFAF-6B38-3FBC-627D-9A20AB0EF7DD}"/>
              </a:ext>
            </a:extLst>
          </p:cNvPr>
          <p:cNvSpPr txBox="1"/>
          <p:nvPr/>
        </p:nvSpPr>
        <p:spPr>
          <a:xfrm>
            <a:off x="5206711" y="2468288"/>
            <a:ext cx="2579543" cy="960712"/>
          </a:xfrm>
          <a:prstGeom prst="rect">
            <a:avLst/>
          </a:prstGeom>
          <a:noFill/>
        </p:spPr>
        <p:txBody>
          <a:bodyPr wrap="square">
            <a:spAutoFit/>
          </a:bodyPr>
          <a:lstStyle/>
          <a:p>
            <a:pPr algn="ctr">
              <a:lnSpc>
                <a:spcPct val="110000"/>
              </a:lnSpc>
              <a:buNone/>
              <a:defRPr sz="1650" b="0">
                <a:solidFill>
                  <a:srgbClr val="929CB5"/>
                </a:solidFill>
                <a:latin typeface="Noto Sans CJK JP"/>
                <a:ea typeface="Noto Sans CJK JP"/>
                <a:cs typeface="Noto Sans CJK JP"/>
              </a:defRPr>
            </a:pPr>
            <a:r>
              <a:rPr lang="en-US" altLang="ja-JP" sz="5400" b="0" dirty="0">
                <a:solidFill>
                  <a:schemeClr val="bg1"/>
                </a:solidFill>
                <a:latin typeface="Noto Sans CJK JP"/>
                <a:ea typeface="Noto Sans CJK JP"/>
                <a:cs typeface="Noto Sans CJK JP"/>
              </a:rPr>
              <a:t>PASSING</a:t>
            </a:r>
            <a:endParaRPr lang="ja-JP" altLang="en-US" sz="5400" b="0" dirty="0">
              <a:solidFill>
                <a:schemeClr val="bg1"/>
              </a:solidFill>
              <a:latin typeface="Noto Sans CJK JP"/>
              <a:ea typeface="Noto Sans CJK JP"/>
              <a:cs typeface="Noto Sans CJK JP"/>
            </a:endParaRPr>
          </a:p>
        </p:txBody>
      </p:sp>
      <p:sp>
        <p:nvSpPr>
          <p:cNvPr id="9" name="テキスト ボックス 8">
            <a:extLst>
              <a:ext uri="{FF2B5EF4-FFF2-40B4-BE49-F238E27FC236}">
                <a16:creationId xmlns:a16="http://schemas.microsoft.com/office/drawing/2014/main" id="{EA575A16-76AF-DCE4-E243-74F5922EB6FA}"/>
              </a:ext>
            </a:extLst>
          </p:cNvPr>
          <p:cNvSpPr txBox="1"/>
          <p:nvPr/>
        </p:nvSpPr>
        <p:spPr>
          <a:xfrm>
            <a:off x="5237018" y="3429000"/>
            <a:ext cx="5126182" cy="535596"/>
          </a:xfrm>
          <a:prstGeom prst="rect">
            <a:avLst/>
          </a:prstGeom>
          <a:noFill/>
        </p:spPr>
        <p:txBody>
          <a:bodyPr wrap="square">
            <a:spAutoFit/>
          </a:bodyPr>
          <a:lstStyle/>
          <a:p>
            <a:pPr>
              <a:lnSpc>
                <a:spcPct val="110000"/>
              </a:lnSpc>
              <a:defRPr sz="2025" b="1">
                <a:solidFill>
                  <a:srgbClr val="929CB5"/>
                </a:solidFill>
                <a:latin typeface="Noto Sans CJK JP"/>
                <a:ea typeface="Noto Sans CJK JP"/>
                <a:cs typeface="Noto Sans CJK JP"/>
              </a:defRPr>
            </a:pPr>
            <a:r>
              <a:rPr lang="ja-JP" altLang="en-US" sz="2800" b="1">
                <a:solidFill>
                  <a:schemeClr val="bg1"/>
                </a:solidFill>
                <a:latin typeface="Noto Sans CJK JP"/>
                <a:ea typeface="Noto Sans CJK JP"/>
                <a:cs typeface="Noto Sans CJK JP"/>
              </a:rPr>
              <a:t>すれ違いから、音楽と出会う</a:t>
            </a:r>
          </a:p>
        </p:txBody>
      </p:sp>
      <p:sp>
        <p:nvSpPr>
          <p:cNvPr id="11" name="テキスト ボックス 10">
            <a:extLst>
              <a:ext uri="{FF2B5EF4-FFF2-40B4-BE49-F238E27FC236}">
                <a16:creationId xmlns:a16="http://schemas.microsoft.com/office/drawing/2014/main" id="{6F78EEF0-DCAC-EDCC-D3D5-62FB4EF36A16}"/>
              </a:ext>
            </a:extLst>
          </p:cNvPr>
          <p:cNvSpPr txBox="1"/>
          <p:nvPr/>
        </p:nvSpPr>
        <p:spPr>
          <a:xfrm>
            <a:off x="4556847" y="5065393"/>
            <a:ext cx="3078306" cy="542584"/>
          </a:xfrm>
          <a:prstGeom prst="rect">
            <a:avLst/>
          </a:prstGeom>
          <a:noFill/>
        </p:spPr>
        <p:txBody>
          <a:bodyPr wrap="square">
            <a:spAutoFit/>
          </a:bodyPr>
          <a:lstStyle/>
          <a:p>
            <a:pPr>
              <a:lnSpc>
                <a:spcPct val="110000"/>
              </a:lnSpc>
              <a:defRPr sz="2025" b="1">
                <a:solidFill>
                  <a:srgbClr val="929CB5"/>
                </a:solidFill>
                <a:latin typeface="Noto Sans CJK JP"/>
                <a:ea typeface="Noto Sans CJK JP"/>
                <a:cs typeface="Noto Sans CJK JP"/>
              </a:defRPr>
            </a:pPr>
            <a:r>
              <a:rPr lang="en-US" altLang="ja-JP" sz="2800" b="1" dirty="0">
                <a:solidFill>
                  <a:schemeClr val="bg1"/>
                </a:solidFill>
                <a:latin typeface="Noto Sans CJK JP"/>
                <a:ea typeface="Noto Sans CJK JP"/>
                <a:cs typeface="Noto Sans CJK JP"/>
              </a:rPr>
              <a:t>App Store</a:t>
            </a:r>
            <a:r>
              <a:rPr lang="ja-JP" altLang="en-US" sz="2800" b="1">
                <a:solidFill>
                  <a:schemeClr val="bg1"/>
                </a:solidFill>
                <a:latin typeface="Noto Sans CJK JP"/>
                <a:ea typeface="Noto Sans CJK JP"/>
                <a:cs typeface="Noto Sans CJK JP"/>
              </a:rPr>
              <a:t>で配信中</a:t>
            </a:r>
          </a:p>
        </p:txBody>
      </p:sp>
      <p:pic>
        <p:nvPicPr>
          <p:cNvPr id="12" name="図 11">
            <a:extLst>
              <a:ext uri="{FF2B5EF4-FFF2-40B4-BE49-F238E27FC236}">
                <a16:creationId xmlns:a16="http://schemas.microsoft.com/office/drawing/2014/main" id="{F0FB7C90-99E6-79D1-4E4A-AD28E1A1BEDC}"/>
              </a:ext>
            </a:extLst>
          </p:cNvPr>
          <p:cNvPicPr>
            <a:picLocks noChangeAspect="1"/>
          </p:cNvPicPr>
          <p:nvPr/>
        </p:nvPicPr>
        <p:blipFill>
          <a:blip r:embed="rId3"/>
          <a:stretch>
            <a:fillRect/>
          </a:stretch>
        </p:blipFill>
        <p:spPr>
          <a:xfrm>
            <a:off x="11010900" y="5556861"/>
            <a:ext cx="1044920" cy="1044920"/>
          </a:xfrm>
          <a:prstGeom prst="rect">
            <a:avLst/>
          </a:prstGeom>
        </p:spPr>
      </p:pic>
      <p:sp>
        <p:nvSpPr>
          <p:cNvPr id="16" name="テキスト ボックス 15">
            <a:extLst>
              <a:ext uri="{FF2B5EF4-FFF2-40B4-BE49-F238E27FC236}">
                <a16:creationId xmlns:a16="http://schemas.microsoft.com/office/drawing/2014/main" id="{F0BFC0DC-EAF3-D5C6-B006-AFC1A62E5991}"/>
              </a:ext>
            </a:extLst>
          </p:cNvPr>
          <p:cNvSpPr txBox="1"/>
          <p:nvPr/>
        </p:nvSpPr>
        <p:spPr>
          <a:xfrm>
            <a:off x="8437418" y="6232449"/>
            <a:ext cx="2573482" cy="369332"/>
          </a:xfrm>
          <a:prstGeom prst="rect">
            <a:avLst/>
          </a:prstGeom>
          <a:noFill/>
        </p:spPr>
        <p:txBody>
          <a:bodyPr wrap="square">
            <a:spAutoFit/>
          </a:bodyPr>
          <a:lstStyle/>
          <a:p>
            <a:r>
              <a:rPr lang="ja-JP" altLang="en-US" b="1">
                <a:solidFill>
                  <a:schemeClr val="bg1"/>
                </a:solidFill>
                <a:latin typeface="Noto Sans CJK JP"/>
              </a:rPr>
              <a:t>ダウンロードはこちら</a:t>
            </a:r>
            <a:endParaRPr lang="ja-JP" altLang="en-US"/>
          </a:p>
        </p:txBody>
      </p:sp>
      <p:sp>
        <p:nvSpPr>
          <p:cNvPr id="21" name="正方形/長方形 20">
            <a:extLst>
              <a:ext uri="{FF2B5EF4-FFF2-40B4-BE49-F238E27FC236}">
                <a16:creationId xmlns:a16="http://schemas.microsoft.com/office/drawing/2014/main" id="{3269B212-4426-1DC9-E767-41F0F23CEF1F}"/>
              </a:ext>
            </a:extLst>
          </p:cNvPr>
          <p:cNvSpPr>
            <a:spLocks noGrp="1"/>
          </p:cNvSpPr>
          <p:nvPr/>
        </p:nvSpPr>
        <p:spPr>
          <a:xfrm>
            <a:off x="685800" y="6419850"/>
            <a:ext cx="1428750" cy="190500"/>
          </a:xfrm>
          <a:prstGeom prst="rect">
            <a:avLst/>
          </a:prstGeom>
          <a:noFill/>
          <a:ln w="0">
            <a:noFill/>
          </a:ln>
        </p:spPr>
        <p:txBody>
          <a:bodyPr wrap="square" lIns="0" tIns="0" rIns="0" bIns="0" anchor="t">
            <a:noAutofit/>
          </a:bodyPr>
          <a:lstStyle/>
          <a:p>
            <a:pPr algn="l">
              <a:lnSpc>
                <a:spcPct val="110000"/>
              </a:lnSpc>
              <a:buNone/>
              <a:defRPr sz="900" b="1">
                <a:solidFill>
                  <a:srgbClr val="929CB5"/>
                </a:solidFill>
                <a:latin typeface="Noto Sans CJK JP"/>
                <a:ea typeface="Noto Sans CJK JP"/>
                <a:cs typeface="Noto Sans CJK JP"/>
              </a:defRPr>
            </a:pPr>
            <a:r>
              <a:rPr sz="900" b="1" dirty="0">
                <a:solidFill>
                  <a:srgbClr val="929CB5"/>
                </a:solidFill>
                <a:latin typeface="Noto Sans CJK JP"/>
                <a:ea typeface="Noto Sans CJK JP"/>
                <a:cs typeface="Noto Sans CJK JP"/>
              </a:rPr>
              <a:t>PASSING</a:t>
            </a:r>
          </a:p>
        </p:txBody>
      </p:sp>
    </p:spTree>
    <p:extLst>
      <p:ext uri="{BB962C8B-B14F-4D97-AF65-F5344CB8AC3E}">
        <p14:creationId xmlns:p14="http://schemas.microsoft.com/office/powerpoint/2010/main" val="157011157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879</TotalTime>
  <Words>426</Words>
  <Application>Microsoft Macintosh PowerPoint</Application>
  <DocSecurity>0</DocSecurity>
  <PresentationFormat>ワイド画面</PresentationFormat>
  <Paragraphs>91</Paragraphs>
  <Slides>10</Slides>
  <Notes>9</Notes>
  <HiddenSlides>0</HiddenSlides>
  <MMClips>4</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10</vt:i4>
      </vt:variant>
    </vt:vector>
  </HeadingPairs>
  <TitlesOfParts>
    <vt:vector size="13" baseType="lpstr">
      <vt:lpstr>Noto Sans CJK JP</vt:lpstr>
      <vt:lpstr>Calibri</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enon.taira@keio.jp</cp:lastModifiedBy>
  <cp:revision>2</cp:revision>
  <dcterms:created xsi:type="dcterms:W3CDTF">2026-09-22T15:09:54Z</dcterms:created>
  <dcterms:modified xsi:type="dcterms:W3CDTF">2026-09-23T06:55:37Z</dcterms:modified>
</cp:coreProperties>
</file>